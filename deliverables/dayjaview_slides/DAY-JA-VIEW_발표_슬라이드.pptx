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f45506fbf543f2" /><Relationship Type="http://schemas.openxmlformats.org/officeDocument/2006/relationships/extended-properties" Target="/docProps/app.xml" Id="R2735dcae521d45e9" /><Relationship Type="http://schemas.openxmlformats.org/officeDocument/2006/relationships/officeDocument" Target="/ppt/presentation.xml" Id="Rbef585bc05404de9" /></Relationships>
</file>

<file path=ppt/presentation.xml><?xml version="1.0" encoding="utf-8"?>
<p:presentation xmlns:p="http://schemas.openxmlformats.org/presentationml/2006/main">
  <p:sldMasterIdLst>
    <p:sldMasterId xmlns:r="http://schemas.openxmlformats.org/officeDocument/2006/relationships" id="2147483648" r:id="R25353f03c0bf49dd"/>
  </p:sldMasterIdLst>
  <p:notesMasterIdLst>
    <p:notesMasterId xmlns:r="http://schemas.openxmlformats.org/officeDocument/2006/relationships" r:id="Rc6a6c6d746b24eb2"/>
  </p:notesMasterIdLst>
  <p:sldIdLst>
    <p:sldId xmlns:r="http://schemas.openxmlformats.org/officeDocument/2006/relationships" id="256" r:id="R7fb893c75b074a06"/>
    <p:sldId xmlns:r="http://schemas.openxmlformats.org/officeDocument/2006/relationships" id="257" r:id="R16d12d44909f4893"/>
    <p:sldId xmlns:r="http://schemas.openxmlformats.org/officeDocument/2006/relationships" id="258" r:id="R901bd1afadf04dbe"/>
    <p:sldId xmlns:r="http://schemas.openxmlformats.org/officeDocument/2006/relationships" id="259" r:id="R36e8cdf66ff94a1b"/>
    <p:sldId xmlns:r="http://schemas.openxmlformats.org/officeDocument/2006/relationships" id="260" r:id="Rb4e213764d374e88"/>
    <p:sldId xmlns:r="http://schemas.openxmlformats.org/officeDocument/2006/relationships" id="261" r:id="Rf55f0eb5568f4ec6"/>
    <p:sldId xmlns:r="http://schemas.openxmlformats.org/officeDocument/2006/relationships" id="262" r:id="R7a2df2dc6fe94774"/>
    <p:sldId xmlns:r="http://schemas.openxmlformats.org/officeDocument/2006/relationships" id="263" r:id="Rfb6b8e07ae0e4ea0"/>
    <p:sldId xmlns:r="http://schemas.openxmlformats.org/officeDocument/2006/relationships" id="264" r:id="Rc3ba49587ff04e3b"/>
    <p:sldId xmlns:r="http://schemas.openxmlformats.org/officeDocument/2006/relationships" id="265" r:id="R08104ae94bcd4961"/>
    <p:sldId xmlns:r="http://schemas.openxmlformats.org/officeDocument/2006/relationships" id="266" r:id="Rb62c9cd0f0a14251"/>
    <p:sldId xmlns:r="http://schemas.openxmlformats.org/officeDocument/2006/relationships" id="267" r:id="R39dc1b9f41024036"/>
    <p:sldId xmlns:r="http://schemas.openxmlformats.org/officeDocument/2006/relationships" id="268" r:id="R43b4bd02899c4568"/>
    <p:sldId xmlns:r="http://schemas.openxmlformats.org/officeDocument/2006/relationships" id="269" r:id="Rf44cbf951e6a453b"/>
    <p:sldId xmlns:r="http://schemas.openxmlformats.org/officeDocument/2006/relationships" id="270" r:id="Rbc4a9736810e428b"/>
    <p:sldId xmlns:r="http://schemas.openxmlformats.org/officeDocument/2006/relationships" id="271" r:id="R81863d3efecc4adf"/>
    <p:sldId xmlns:r="http://schemas.openxmlformats.org/officeDocument/2006/relationships" id="272" r:id="R483c85f93419494d"/>
    <p:sldId xmlns:r="http://schemas.openxmlformats.org/officeDocument/2006/relationships" id="273" r:id="R02ad61c144ab4b2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af5d7bacd834a26" /><Relationship Type="http://schemas.openxmlformats.org/officeDocument/2006/relationships/slideMaster" Target="/ppt/slideMasters/slideMaster1.xml" Id="R25353f03c0bf49dd" /><Relationship Type="http://schemas.openxmlformats.org/officeDocument/2006/relationships/notesMaster" Target="/ppt/notesMasters/notesMaster1.xml" Id="Rc6a6c6d746b24eb2" /><Relationship Type="http://schemas.openxmlformats.org/officeDocument/2006/relationships/presProps" Target="/ppt/presProps.xml" Id="R7bfcaf80f64c498e" /><Relationship Type="http://schemas.openxmlformats.org/officeDocument/2006/relationships/tableStyles" Target="/ppt/tableStyles.xml" Id="R8ca083e76f1f4b9a" /><Relationship Type="http://schemas.openxmlformats.org/officeDocument/2006/relationships/slide" Target="/ppt/slides/slide1.xml" Id="R7fb893c75b074a06" /><Relationship Type="http://schemas.openxmlformats.org/officeDocument/2006/relationships/slide" Target="/ppt/slides/slide2.xml" Id="R16d12d44909f4893" /><Relationship Type="http://schemas.openxmlformats.org/officeDocument/2006/relationships/slide" Target="/ppt/slides/slide3.xml" Id="R901bd1afadf04dbe" /><Relationship Type="http://schemas.openxmlformats.org/officeDocument/2006/relationships/slide" Target="/ppt/slides/slide4.xml" Id="R36e8cdf66ff94a1b" /><Relationship Type="http://schemas.openxmlformats.org/officeDocument/2006/relationships/slide" Target="/ppt/slides/slide5.xml" Id="Rb4e213764d374e88" /><Relationship Type="http://schemas.openxmlformats.org/officeDocument/2006/relationships/slide" Target="/ppt/slides/slide6.xml" Id="Rf55f0eb5568f4ec6" /><Relationship Type="http://schemas.openxmlformats.org/officeDocument/2006/relationships/slide" Target="/ppt/slides/slide7.xml" Id="R7a2df2dc6fe94774" /><Relationship Type="http://schemas.openxmlformats.org/officeDocument/2006/relationships/slide" Target="/ppt/slides/slide8.xml" Id="Rfb6b8e07ae0e4ea0" /><Relationship Type="http://schemas.openxmlformats.org/officeDocument/2006/relationships/slide" Target="/ppt/slides/slide9.xml" Id="Rc3ba49587ff04e3b" /><Relationship Type="http://schemas.openxmlformats.org/officeDocument/2006/relationships/slide" Target="/ppt/slides/slide10.xml" Id="R08104ae94bcd4961" /><Relationship Type="http://schemas.openxmlformats.org/officeDocument/2006/relationships/slide" Target="/ppt/slides/slide11.xml" Id="Rb62c9cd0f0a14251" /><Relationship Type="http://schemas.openxmlformats.org/officeDocument/2006/relationships/slide" Target="/ppt/slides/slide12.xml" Id="R39dc1b9f41024036" /><Relationship Type="http://schemas.openxmlformats.org/officeDocument/2006/relationships/slide" Target="/ppt/slides/slide13.xml" Id="R43b4bd02899c4568" /><Relationship Type="http://schemas.openxmlformats.org/officeDocument/2006/relationships/slide" Target="/ppt/slides/slide14.xml" Id="Rf44cbf951e6a453b" /><Relationship Type="http://schemas.openxmlformats.org/officeDocument/2006/relationships/slide" Target="/ppt/slides/slide15.xml" Id="Rbc4a9736810e428b" /><Relationship Type="http://schemas.openxmlformats.org/officeDocument/2006/relationships/slide" Target="/ppt/slides/slide16.xml" Id="R81863d3efecc4adf" /><Relationship Type="http://schemas.openxmlformats.org/officeDocument/2006/relationships/slide" Target="/ppt/slides/slide17.xml" Id="R483c85f93419494d" /><Relationship Type="http://schemas.openxmlformats.org/officeDocument/2006/relationships/slide" Target="/ppt/slides/slide18.xml" Id="R02ad61c144ab4b2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9d74bc82584e0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DAY-JA-VIEW">
      <a:dk1>
        <a:srgbClr val="000000"/>
      </a:dk1>
      <a:lt1>
        <a:srgbClr val="FFFFFF"/>
      </a:lt1>
      <a:dk2>
        <a:srgbClr val="401600"/>
      </a:dk2>
      <a:lt2>
        <a:srgbClr val="EEEEEE"/>
      </a:lt2>
      <a:accent1>
        <a:srgbClr val="FD9F28"/>
      </a:accent1>
      <a:accent2>
        <a:srgbClr val="401600"/>
      </a:accent2>
      <a:accent3>
        <a:srgbClr val="EEEEEE"/>
      </a:accent3>
      <a:accent4>
        <a:srgbClr val="000000"/>
      </a:accent4>
      <a:accent5>
        <a:srgbClr val="FD9F28"/>
      </a:accent5>
      <a:accent6>
        <a:srgbClr val="401600"/>
      </a:accent6>
      <a:hlink>
        <a:srgbClr val="FD9F28"/>
      </a:hlink>
      <a:folHlink>
        <a:srgbClr val="401600"/>
      </a:folHlink>
    </a:clrScheme>
    <a:fontScheme name="Office">
      <a:majorFont>
        <a:latin typeface="Calibri Light"/>
        <a:ea typeface="Calibri Light"/>
        <a:cs typeface="Calibri Light"/>
      </a:majorFont>
      <a:minorFont>
        <a:latin typeface="Calibri"/>
        <a:ea typeface="Calibri"/>
        <a:cs typeface="Calibri"/>
      </a:minorFont>
    </a:fontScheme>
    <a:fmtScheme name="DAY-JA-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348729f75634c85" /><Relationship Type="http://schemas.openxmlformats.org/officeDocument/2006/relationships/notesMaster" Target="/ppt/notesMasters/notesMaster1.xml" Id="R51ff03249ec541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b98385d9027f4aae" /><Relationship Type="http://schemas.openxmlformats.org/officeDocument/2006/relationships/notesMaster" Target="/ppt/notesMasters/notesMaster1.xml" Id="R3ab5d06c575f40ca" /></Relationships>
</file>

<file path=ppt/notesSlides/_rels/notesSlide3.xml.rels>&#65279;<?xml version="1.0" encoding="utf-8"?><Relationships xmlns="http://schemas.openxmlformats.org/package/2006/relationships"><Relationship Type="http://schemas.openxmlformats.org/officeDocument/2006/relationships/slide" Target="/ppt/slides/slide3.xml" Id="Rf0bdfa954bf84867" /><Relationship Type="http://schemas.openxmlformats.org/officeDocument/2006/relationships/notesMaster" Target="/ppt/notesMasters/notesMaster1.xml" Id="R087fc0d51b95479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84ba917a09c4d64" /><Relationship Type="http://schemas.openxmlformats.org/officeDocument/2006/relationships/notesMaster" Target="/ppt/notesMasters/notesMaster1.xml" Id="R95ee8c8c733344f8" /></Relationships>
</file>

<file path=ppt/notesSlides/_rels/notesSlide5.xml.rels>&#65279;<?xml version="1.0" encoding="utf-8"?><Relationships xmlns="http://schemas.openxmlformats.org/package/2006/relationships"><Relationship Type="http://schemas.openxmlformats.org/officeDocument/2006/relationships/slide" Target="/ppt/slides/slide5.xml" Id="Rd2d687bed5964976" /><Relationship Type="http://schemas.openxmlformats.org/officeDocument/2006/relationships/notesMaster" Target="/ppt/notesMasters/notesMaster1.xml" Id="R925135a5860440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9e1e240fc1ab4a14" /><Relationship Type="http://schemas.openxmlformats.org/officeDocument/2006/relationships/notesMaster" Target="/ppt/notesMasters/notesMaster1.xml" Id="R192b7ced7c6840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69c387c97ee14172" /><Relationship Type="http://schemas.openxmlformats.org/officeDocument/2006/relationships/notesMaster" Target="/ppt/notesMasters/notesMaster1.xml" Id="R6058845a07d14375" /></Relationships>
</file>

<file path=ppt/notesSlides/_rels/notesSlide8.xml.rels>&#65279;<?xml version="1.0" encoding="utf-8"?><Relationships xmlns="http://schemas.openxmlformats.org/package/2006/relationships"><Relationship Type="http://schemas.openxmlformats.org/officeDocument/2006/relationships/slide" Target="/ppt/slides/slide8.xml" Id="Re93ddbe56ef64eec" /><Relationship Type="http://schemas.openxmlformats.org/officeDocument/2006/relationships/notesMaster" Target="/ppt/notesMasters/notesMaster1.xml" Id="R60dd40a9651144e0" /></Relationships>
</file>

<file path=ppt/notesSlides/_rels/notesSlide9.xml.rels>&#65279;<?xml version="1.0" encoding="utf-8"?><Relationships xmlns="http://schemas.openxmlformats.org/package/2006/relationships"><Relationship Type="http://schemas.openxmlformats.org/officeDocument/2006/relationships/slide" Target="/ppt/slides/slide9.xml" Id="R24f163cd839a433f" /><Relationship Type="http://schemas.openxmlformats.org/officeDocument/2006/relationships/notesMaster" Target="/ppt/notesMasters/notesMaster1.xml" Id="Rd970d666697e4e9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83aef5dd20946d0" /><Relationship Type="http://schemas.openxmlformats.org/officeDocument/2006/relationships/notesMaster" Target="/ppt/notesMasters/notesMaster1.xml" Id="R659bcd7d13df403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80f3f2269ac94c8e" /><Relationship Type="http://schemas.openxmlformats.org/officeDocument/2006/relationships/notesMaster" Target="/ppt/notesMasters/notesMaster1.xml" Id="Rea47e20d9c824b8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14573a3e58f45b2" /><Relationship Type="http://schemas.openxmlformats.org/officeDocument/2006/relationships/notesMaster" Target="/ppt/notesMasters/notesMaster1.xml" Id="R38214aa88c82492e"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40e27902246943b3" /><Relationship Type="http://schemas.openxmlformats.org/officeDocument/2006/relationships/notesMaster" Target="/ppt/notesMasters/notesMaster1.xml" Id="R4d0fa570d4db4e3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66860b96f1e4455" /><Relationship Type="http://schemas.openxmlformats.org/officeDocument/2006/relationships/notesMaster" Target="/ppt/notesMasters/notesMaster1.xml" Id="Ra148511ff7a742e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2354d6b86114801" /><Relationship Type="http://schemas.openxmlformats.org/officeDocument/2006/relationships/notesMaster" Target="/ppt/notesMasters/notesMaster1.xml" Id="R5d91a0a378c54f5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afa45cde2214698" /><Relationship Type="http://schemas.openxmlformats.org/officeDocument/2006/relationships/notesMaster" Target="/ppt/notesMasters/notesMaster1.xml" Id="R4fc5d0505770485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8ef881780894e58" /><Relationship Type="http://schemas.openxmlformats.org/officeDocument/2006/relationships/notesMaster" Target="/ppt/notesMasters/notesMaster1.xml" Id="R1d162a5f0afa4560"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f7c11a714984dd1" /><Relationship Type="http://schemas.openxmlformats.org/officeDocument/2006/relationships/notesMaster" Target="/ppt/notesMasters/notesMaster1.xml" Id="R94deb70565d4402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여러분도 시장을 보면서, ‘이거 예전에도 비슷한 일이 있었던 것 같은데?’라고 느낀 적 있으실 겁니다. 바로 데자뷰입니다.</a:t>
            </a:r>
          </a:p>
          <a:p xmlns:a="http://schemas.openxmlformats.org/drawingml/2006/main">
            <a:r>
              <a:t/>
            </a:r>
          </a:p>
          <a:p xmlns:a="http://schemas.openxmlformats.org/drawingml/2006/main">
            <a:r>
              <a:t>저희는 이런 경험을 투자 분석 과정에 적용했습니다. 오늘이자 과거 사건이 발생했던 ‘그날’을 뜻하는 DAY, 그리고 그날의 시장 반응을 보여주는 VIEW를 결합해 DAY-JA-VIEW라는 이름을 만들었습니다.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앞서 저희는 테마와 상승 소재, 실제 시장 반응을 하나의 Event로 연결하는 해결책을 제시했습니다. DAY-JA-VIEW에서는 이를 현재 강해지는 테마를 탐지하고, 상승 소재를 확인한 뒤, 비슷한 과거 Event와 당시의 실제 시장 반응까지 이어서 볼 수 있는 서비스로 구현했습니다. 즉, 사용자가 직접 흩어진 정보를 연결하던 과정을 ‘오늘의 움직임 발견, 원인 확인, 과거와 비교’라는 하나의 분석 흐름으로 만들었습니다.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이제 DAY-JA-VIEW가 실제로 어떻게 동작하는지 영상으로 보시겠습니다. 오늘 움직이는 테마를 발견하고, 상승 소재를 확인한 뒤, 비슷했던 과거 Event와 당시 시장 반응을 비교하는 순서입니다.</a:t>
            </a:r>
          </a:p>
          <a:p xmlns:a="http://schemas.openxmlformats.org/drawingml/2006/main">
            <a:r>
              <a:t/>
            </a:r>
          </a:p>
          <a:p xmlns:a="http://schemas.openxmlformats.org/drawingml/2006/main">
            <a:r>
              <a:t>[영상 재생 — 재생 중에는 말하지 않음]</a:t>
            </a:r>
          </a:p>
          <a:p xmlns:a="http://schemas.openxmlformats.org/drawingml/2006/main">
            <a:r>
              <a:t/>
            </a:r>
          </a:p>
          <a:p xmlns:a="http://schemas.openxmlformats.org/drawingml/2006/main">
            <a:r>
              <a:t>방금 보신 것처럼, 테마 탐색과 소재 확인, 과거 비교가 하나의 흐름 안에서 이어집니다.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첫 번째는 실시간 테마 탐지와 소재 확인입니다. MTS에서도 현재 강한 테마와 상승 종목은 확인할 수 있습니다. 하지만 정작 왜 올랐는지를 파악하려면 MTS를 나가 포털 뉴스와 텔레그램, 종목 커뮤니티를 다시 찾아봐야 합니다. DAY-JA-VIEW는 강해지는 테마를 탐지하는 순간 관련 뉴스와 상승 소재, 주도주와 확산 정도를 같은 화면에 연결합니다. 사용자는 다른 정보 채널을 돌아다닐 필요 없이 무엇이 움직이는지부터 왜 움직이는지까지 바로 확인할 수 있습니다. 소재를 찾는 시간을 줄이고 매매 판단에 더 많은 시간을 쓸 수 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두 번째는 핵심 기능인 데자뷰 분석입니다. 오늘과 비슷했던 과거 Event를 찾되, 같은 단어만 보지 않고 소재 유형과 사건 주체, 기대인지 공식 발표인지까지 비교합니다. 그리고 당시 주도주의 1일, 5일, 20거래일 뒤 움직임을 연결합니다. 테마주 투자자에게는 오늘 오른 이유뿐 아니라 그 소재가 시장에서 어느 정도의 급인지 판단하는 것이 중요합니다. 유사사례를 보면 과거에는 하루 만에 소멸했는지, 여러 거래일 동안 관심이 이어졌는지, 한 종목만 움직였는지 테마 전체가 반응했는지를 확인할 수 있습니다. 오늘 소재의 영향력과 지속성, 실제 주도주를 판단할 기준을 얻는 것이 두 번째 이점입니다.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세 번째는 자연어 질문입니다. 같은 테마를 보더라도 투자자마다 궁금한 내용은 다릅니다. 어떤 사람은 비슷한 소재가 과거에 며칠 이어졌는지, 또 어떤 사람은 당시 어떤 종목이 가장 강했는지 알고 싶을 수 있습니다. DAY-JA-VIEW에서는 복잡한 메뉴나 검색 조건 없이 ‘이 정책 소재는 보통 하루 만에 끝났어, 며칠 이어졌어?’처럼 평소 말하듯 질문하면 됩니다. 시스템이 관련 과거 사건과 주도주, 가격 움직임을 찾아 근거와 함께 답합니다. 직접 뉴스와 차트를 하나씩 비교하던 과정을 질문 한 문장으로 줄이고, 자신이 가진 매매 가설을 빠르게 확인할 수 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아키텍처는 크게 데이터 수집, 분석, 서비스 제공의 세 계층으로 구성했습니다. 키움의 실시간 시세와 뉴스, 인포스탁의 과거 테마 데이터를 수집합니다. 실시간 처리 계층에서는 가격과 거래량 변화로 현재 강해지는 테마를 계산하고, 분석 계층에서는 상승 소재를 Event로 구조화해 과거 사례와 연결합니다. 사건과 온톨로지 데이터는 PostgreSQL에, 빠르게 바뀌는 장중 상태는 Redis에 저장했습니다. 과거 데이터와 상세 정보는 REST로, 실시간 테마 순위와 트리맵은 WebSocket으로 갱신합니다.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지금부터 DAY-JA-VIEW를 구현하는 데 사용한 핵심 기술을 소개해드리겠습니다. 오늘의 테마와 과거 사건을 비교하려면, 먼저 과거에 어떤 테마가 어떤 소재로 움직였고 당시 어떤 종목이 주도했는지를 기록한 데이터가 필요했습니다. 하지만 서비스의 핵심은 단순히 데이터를 많이 모으는 것이 아니라, 서로 비교할 수 있는 Event 구조로 바꾸는 것이었습니다.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여러 데이터 소스를 조사한 결과, 인포스탁에서 국내 테마 정보를 오랜 기간 정리해왔다는 점을 발견했습니다. 테마별 과거 히스토리, 당시 주도 종목, 매일 시장에서 부각된 테마와 상승 이유가 기록돼 있습니다. 하지만 바로 분석할 수 있는 데이터베이스 형태로 제공되는 자료는 아니었습니다. 따라서 수집기를 직접 개발해 필요한 자료를 수집하고, 원문과 수집 시각, 변경 이력을 함께 저장했습니다. 이후 테마, 날짜, 종목, 주도주, 상승 이유를 각각 분리하고 연결해 정규화했습니다.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그 결과, 2005년부터 2026년까지 약 20년치의 테마 히스토리 3만 9,696건을 확보했습니다. 매일 시장에서 부각된 테마와 종목을 정리한 일일 테마 시황도 2007년부터 4,655건을 확보했습니다. 하지만 이렇게 데이터를 많이 모았다고 바로 데자뷰 분석이 가능한 것은 아닙니다.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여기서 이런 의문이 생길 수 있습니다. 이미 정보가 잘 정리돼 있는데, 그대로 데이터베이스에 넣고 검색하면 되는 것 아닌가? 자연어 질문은 RAG를 붙이면 되는 것 아닌가? 저희도 처음엔 그렇게 생각했습니다. 그런데 사건을 정확히 비교하거나 집계할 때 문제가 생깁니다. 사람은 이 문장에서 정부가 행동 주체이고, 정책 지원이 상승 소재이며, 아직 기대 단계라는 것을 이해합니다. A사와 B사는 정책 발표 주체가 아니라 당시 상승을 주도한 종목입니다. 하지만 일반적인 데이터베이스에는 이 모든 정보가 하나의 문장으로 저장됩니다. 그래서 온톨로지를 구축했습니다.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온톨로지는 사람이 이해하는 개념과 관계를 컴퓨터도 일관된 기준으로 처리할 수 있도록 정의한 지식 체계입니다. 쉽게 말하면 문장 안의 정보에 이름표를 붙이고 서로의 관계를 연결한 지식 지도입니다. DAY-JA-VIEW에서는 사건의 원인인 Catalyst, 그 사건으로 어떤 테마가 반응했는지를 나타내는 ThemeReaction, 테마와 회사, 가격 결과인 Outcome, 원문 근거인 Evidence를 연결합니다. 사용자가 보는 Event는 특정 날짜에 이 정보들이 함께 묶인 분석 단위입니다.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저희는 2005년부터 2026년까지의 테마 원인 기록 3만 9,696건을 분석하고, 그중 5,000건을 직접 검토했습니다. 정책, 수주, 실적 등 사건 원인을 46가지로 분류하고, 상승인지 하락인지, 기대 단계인지 실제 확정인지 구분했습니다. 회사 이름이 달라도 같은 회사로 인식하고, 사건을 일으킨 회사인지 단순 관련 종목인지도 나눴습니다. 여러 테마에 반복 기록된 같은 사건을 하나로 합쳐 약 2만 개의 사건과 근거를 연결했습니다. 사용하지 않은 5,000개 기록으로 시험한 결과 원인 분류 86.8%, 방향 99.6%, 기대·확정 구분 90%를 기록했습니다. 가격 데이터 결합과 통계 계산이 많은 특성을 고려해 PostgreSQL의 개체 테이블과 관계 테이블로 지식 그래프를 구현했습니다.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온톨로지 구조가 실제 답변 품질 향상으로 이어졌는지 검증했습니다. 동일한 평가 질문 80개를 대상으로 Keyword RAG, Vector RAG, Hybrid RAG, 온톨로지 기반 구조화 검색을 비교했습니다. 평가는 Ragas를 사용했습니다. Context Precision은 가져온 자료 중 실제 필요한 근거의 비율, Context Recall은 필요한 근거를 빠짐없이 찾았는지, Faithfulness는 답변이 검색 근거에 충실한지, Factual Correctness는 사건과 수치가 정답과 일치하는지를 봅니다. 측정 결과 저희 방식은 Precision 0.85, Faithfulness 0.88, Factual Correctness 0.84로 세 지표에서 가장 높았습니다. Recall은 Hybrid RAG가 0.84로 조금 높았지만, 저희 방식은 불필요한 문서를 줄이고 더 정확한 근거로 답했습니다.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구조화한 온톨로지는 데자뷰 유사사례 분석에 사용됩니다. 오늘의 상승 소재가 확인되면 같은 Event 구조로 변환하고, 현재보다 이전에 발생한 사건만 후보로 선택합니다. 문장이 얼마나 비슷한지만 보지 않고 소재 유형, 사건 주체, 행동, 기대인지 공식 발표인지 같은 진행 단계까지 비교합니다. 표현은 달라도 실제 사건 구조가 비슷한 사례를 찾을 수 있습니다. 같은 사건이 반복 기록된 경우를 제거하고 관련성이 높은 사례를 선택한 뒤, 당시 주도주의 1일, 5일, 20거래일 뒤 움직임을 연결합니다.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자연어 질문도 같은 온톨로지 구조를 사용합니다. 사용자가 ‘과거 로봇산업 육성 정책이 나왔을 때 어떤 테마가 반응했고, 당시 주도주는 5거래일 뒤 어떻게 움직였어?’라고 질문했다고 가정하겠습니다. 시스템은 로봇이라는 테마, 정책이라는 소재, 과거라는 기간, 5거래일 뒤라는 결과 조건을 추출해 QueryPlan으로 변환합니다. 그다음 PostgreSQL에 저장된 사건과 테마, 회사의 관계를 따라 조건에 맞는 사례를 찾고 가격 데이터에서 결과를 계산합니다. 마지막으로 계산된 수치와 근거 사건을 사용자가 이해하기 쉬운 문장으로 제공합니다.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[영상 시작 전] 그렇다면 지금까지 설명한 기술들이 실제 질문 하나를 처리할 때 어떻게 연결되는지 보겠습니다. 사용자가 ‘과거 로봇산업 육성 정책이 나왔을 때 어떤 테마가 반응했고, 당시 주도주는 5거래일 뒤 어떻게 움직였어?’라고 질문한 상황입니다. 화면의 관계망은 특정 그래프 데이터베이스 화면이 아니라, 저희가 PostgreSQL에 저장한 온톨로지 관계와 실제 질문 처리 경로를 시각화한 것입니다.</a:t>
            </a:r>
          </a:p>
          <a:p xmlns:a="http://schemas.openxmlformats.org/drawingml/2006/main">
            <a:r>
              <a:t/>
            </a:r>
          </a:p>
          <a:p xmlns:a="http://schemas.openxmlformats.org/drawingml/2006/main">
            <a:r>
              <a:t>[영상 재생 — 재생 중에는 말하지 않음]</a:t>
            </a:r>
          </a:p>
          <a:p xmlns:a="http://schemas.openxmlformats.org/drawingml/2006/main">
            <a:r>
              <a:t/>
            </a:r>
          </a:p>
          <a:p xmlns:a="http://schemas.openxmlformats.org/drawingml/2006/main">
            <a:r>
              <a:t>[영상 종료 후] 질문이 입력되면 로봇, 정책, 과거 사건, 5거래일 뒤라는 조건을 해석합니다. 이후 관련 Catalyst와 반응 테마, 당시 주도주, 가격 결과와 원문 근거를 순서대로 탐색한 뒤 답변을 생성합니다.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화면은 AI의 머릿속이나 숨겨진 사고 과정을 표현한 것이 아니라, 실제 답변에 사용된 데이터 관계와 처리 경로를 보여준 것입니다. 최근 AI 분야에서는 답변의 정확성뿐 아니라 왜 그런 답변이 나왔는지를 설명할 수 있는지가 중요합니다. DAY-JA-VIEW도 같은 원칙을 적용했습니다. 사용자의 질문을 어떻게 해석했는지, 어떤 과거 사건을 선택했는지, 어떤 회사와 가격 결과를 사용했는지를 단계별로 확인할 수 있습니다.</a:t>
            </a:r>
          </a:p>
          <a:p xmlns:a="http://schemas.openxmlformats.org/drawingml/2006/main">
            <a:r>
              <a:t/>
            </a:r>
          </a:p>
          <a:p xmlns:a="http://schemas.openxmlformats.org/drawingml/2006/main">
            <a:r>
              <a:t>[Sources]</a:t>
            </a:r>
          </a:p>
          <a:p xmlns:a="http://schemas.openxmlformats.org/drawingml/2006/main">
            <a:r>
              <a:t>- C:/Users/KDA 6/Downloads/kda 2차 대본.md</a:t>
            </a:r>
          </a:p>
          <a:p xmlns:a="http://schemas.openxmlformats.org/drawingml/2006/main">
            <a:r>
              <a:t>- https://github.com/moonspam/NanumSquare</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efb6e337ae0456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6e501760cae484c" /><Relationship Type="http://schemas.openxmlformats.org/officeDocument/2006/relationships/slideLayout" Target="/ppt/slideLayouts/slideLayout1.xml" Id="Rf40d3b35b91d49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f40d3b35b91d49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DAY-JA-VIEW">
      <a:dk1>
        <a:srgbClr val="000000"/>
      </a:dk1>
      <a:lt1>
        <a:srgbClr val="FFFFFF"/>
      </a:lt1>
      <a:dk2>
        <a:srgbClr val="401600"/>
      </a:dk2>
      <a:lt2>
        <a:srgbClr val="EEEEEE"/>
      </a:lt2>
      <a:accent1>
        <a:srgbClr val="FD9F28"/>
      </a:accent1>
      <a:accent2>
        <a:srgbClr val="401600"/>
      </a:accent2>
      <a:accent3>
        <a:srgbClr val="EEEEEE"/>
      </a:accent3>
      <a:accent4>
        <a:srgbClr val="000000"/>
      </a:accent4>
      <a:accent5>
        <a:srgbClr val="FD9F28"/>
      </a:accent5>
      <a:accent6>
        <a:srgbClr val="401600"/>
      </a:accent6>
      <a:hlink>
        <a:srgbClr val="FD9F28"/>
      </a:hlink>
      <a:folHlink>
        <a:srgbClr val="401600"/>
      </a:folHlink>
    </a:clrScheme>
    <a:fontScheme name="Office">
      <a:majorFont>
        <a:latin typeface="Calibri Light"/>
        <a:ea typeface="Calibri Light"/>
        <a:cs typeface="Calibri Light"/>
      </a:majorFont>
      <a:minorFont>
        <a:latin typeface="Calibri"/>
        <a:ea typeface="Calibri"/>
        <a:cs typeface="Calibri"/>
      </a:minorFont>
    </a:fontScheme>
    <a:fmtScheme name="DAY-JA-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216f1282b6e42b3" /><Relationship Type="http://schemas.openxmlformats.org/officeDocument/2006/relationships/notesSlide" Target="/ppt/notesSlides/notesSlide1.xml" Id="Rc401a0336d894a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e2dff9329b64f8c" /><Relationship Type="http://schemas.openxmlformats.org/officeDocument/2006/relationships/notesSlide" Target="/ppt/notesSlides/notesSlide2.xml" Id="R1618f5e0e1024a2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62229ca57984bda" /><Relationship Type="http://schemas.openxmlformats.org/officeDocument/2006/relationships/notesSlide" Target="/ppt/notesSlides/notesSlide3.xml" Id="R7750b2a6ca264e7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f9f412cf1db6498d" /><Relationship Type="http://schemas.openxmlformats.org/officeDocument/2006/relationships/notesSlide" Target="/ppt/notesSlides/notesSlide4.xml" Id="Rf44d5f4b8b1d466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1a4c5d38ba4c40a2" /><Relationship Type="http://schemas.openxmlformats.org/officeDocument/2006/relationships/notesSlide" Target="/ppt/notesSlides/notesSlide5.xml" Id="R77583717e923458b"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464422a71eb4ff5" /><Relationship Type="http://schemas.openxmlformats.org/officeDocument/2006/relationships/notesSlide" Target="/ppt/notesSlides/notesSlide6.xml" Id="Rc16a5da7a322429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c377c65729d4ec6" /><Relationship Type="http://schemas.openxmlformats.org/officeDocument/2006/relationships/notesSlide" Target="/ppt/notesSlides/notesSlide7.xml" Id="Rd9903c6b64cd4cb2"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9f1c87926d4498d" /><Relationship Type="http://schemas.openxmlformats.org/officeDocument/2006/relationships/notesSlide" Target="/ppt/notesSlides/notesSlide8.xml" Id="R3cb7f0f1af10476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0f0f24d27427463e" /><Relationship Type="http://schemas.openxmlformats.org/officeDocument/2006/relationships/notesSlide" Target="/ppt/notesSlides/notesSlide9.xml" Id="Ra437be1953f74ed0"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07cc28dcd6b48d7" /><Relationship Type="http://schemas.openxmlformats.org/officeDocument/2006/relationships/notesSlide" Target="/ppt/notesSlides/notesSlide10.xml" Id="R0884bcc157534f0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df89529c1a6446ad" /><Relationship Type="http://schemas.openxmlformats.org/officeDocument/2006/relationships/notesSlide" Target="/ppt/notesSlides/notesSlide11.xml" Id="R6e7b2b15ae4e4861"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1f3496c37514006" /><Relationship Type="http://schemas.openxmlformats.org/officeDocument/2006/relationships/notesSlide" Target="/ppt/notesSlides/notesSlide12.xml" Id="Rab63c4596ab24f3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8f2f22a3a3b24308" /><Relationship Type="http://schemas.openxmlformats.org/officeDocument/2006/relationships/notesSlide" Target="/ppt/notesSlides/notesSlide13.xml" Id="R89514d45c1034a3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4136114bfdc4fff" /><Relationship Type="http://schemas.openxmlformats.org/officeDocument/2006/relationships/notesSlide" Target="/ppt/notesSlides/notesSlide14.xml" Id="R235f26f392594ac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4d6c3ac7754545af" /><Relationship Type="http://schemas.openxmlformats.org/officeDocument/2006/relationships/notesSlide" Target="/ppt/notesSlides/notesSlide15.xml" Id="Rb3072ed227494c9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078d6130df8e4d04" /><Relationship Type="http://schemas.openxmlformats.org/officeDocument/2006/relationships/notesSlide" Target="/ppt/notesSlides/notesSlide16.xml" Id="Rd00a9963553442b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dfac2478b9b1497c" /><Relationship Type="http://schemas.openxmlformats.org/officeDocument/2006/relationships/notesSlide" Target="/ppt/notesSlides/notesSlide17.xml" Id="Rbd25fe6278ea463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482b3977e2e2434d" /><Relationship Type="http://schemas.openxmlformats.org/officeDocument/2006/relationships/notesSlide" Target="/ppt/notesSlides/notesSlide18.xml" Id="R9d0ba18bcf6a498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9619DF2F-543A-428E-94CF-7BA72EE289AB}"/>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A6FF677-8669-480E-ACFB-C3AC5C325138}"/>
              </a:ext>
            </a:extLst>
          </p:cNvPr>
          <p:cNvSpPr>
            <a:spLocks xmlns:a="http://schemas.openxmlformats.org/drawingml/2006/main" noGrp="1"/>
          </p:cNvSpPr>
          <p:nvPr/>
        </p:nvSpPr>
        <p:spPr>
          <a:xfrm xmlns:a="http://schemas.openxmlformats.org/drawingml/2006/main">
            <a:off x="647700" y="552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SERVICE INTRO</a:t>
            </a:r>
          </a:p>
        </p:txBody>
      </p:sp>
      <p:sp>
        <p:nvSpPr>
          <p:cNvPr id="3" name="">
            <a:extLst xmlns:a="http://schemas.openxmlformats.org/drawingml/2006/main">
              <a:ext uri="{FF2B5EF4-FFF2-40B4-BE49-F238E27FC236}">
                <a16:creationId xmlns:a16="http://schemas.microsoft.com/office/drawing/2014/main" id="{27A1D49C-D178-4C41-81E3-C205A038B293}"/>
              </a:ext>
            </a:extLst>
          </p:cNvPr>
          <p:cNvSpPr>
            <a:spLocks xmlns:a="http://schemas.openxmlformats.org/drawingml/2006/main" noGrp="1"/>
          </p:cNvSpPr>
          <p:nvPr/>
        </p:nvSpPr>
        <p:spPr>
          <a:xfrm xmlns:a="http://schemas.openxmlformats.org/drawingml/2006/main">
            <a:off x="647700" y="1371600"/>
            <a:ext cx="6286500" cy="1295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398"/>
          </a:bodyPr>
          <a:lstStyle xmlns:a="http://schemas.openxmlformats.org/drawingml/2006/main"/>
          <a:p xmlns:a="http://schemas.openxmlformats.org/drawingml/2006/main">
            <a:pPr algn="l">
              <a:lnSpc>
                <a:spcPct val="131915"/>
              </a:lnSpc>
              <a:buNone/>
              <a:defRPr sz="3525" b="1">
                <a:solidFill>
                  <a:srgbClr val="401600"/>
                </a:solidFill>
                <a:latin typeface="NanumSquare"/>
                <a:ea typeface="NanumSquare"/>
                <a:cs typeface="NanumSquare"/>
              </a:defRPr>
            </a:pPr>
            <a:r>
              <a:rPr sz="3525" b="1">
                <a:solidFill>
                  <a:srgbClr val="401600"/>
                </a:solidFill>
                <a:latin typeface="NanumSquare"/>
                <a:ea typeface="NanumSquare"/>
                <a:cs typeface="NanumSquare"/>
              </a:rPr>
              <a:t>“이거, 예전에도</a:t>
            </a:r>
          </a:p>
          <a:p xmlns:a="http://schemas.openxmlformats.org/drawingml/2006/main">
            <a:pPr algn="l">
              <a:lnSpc>
                <a:spcPct val="131915"/>
              </a:lnSpc>
              <a:buNone/>
              <a:defRPr sz="3525" b="1">
                <a:solidFill>
                  <a:srgbClr val="401600"/>
                </a:solidFill>
                <a:latin typeface="NanumSquare"/>
                <a:ea typeface="NanumSquare"/>
                <a:cs typeface="NanumSquare"/>
              </a:defRPr>
            </a:pPr>
            <a:r>
              <a:rPr sz="3525" b="1">
                <a:solidFill>
                  <a:srgbClr val="401600"/>
                </a:solidFill>
                <a:latin typeface="NanumSquare"/>
                <a:ea typeface="NanumSquare"/>
                <a:cs typeface="NanumSquare"/>
              </a:rPr>
              <a:t>비슷한 일이 있었던 것 같은데?”</a:t>
            </a:r>
          </a:p>
        </p:txBody>
      </p:sp>
      <p:sp>
        <p:nvSpPr>
          <p:cNvPr id="4" name="">
            <a:extLst xmlns:a="http://schemas.openxmlformats.org/drawingml/2006/main">
              <a:ext uri="{FF2B5EF4-FFF2-40B4-BE49-F238E27FC236}">
                <a16:creationId xmlns:a16="http://schemas.microsoft.com/office/drawing/2014/main" id="{6FBB1D05-C7A8-4C2E-87FD-7B99261BD876}"/>
              </a:ext>
            </a:extLst>
          </p:cNvPr>
          <p:cNvSpPr>
            <a:spLocks xmlns:a="http://schemas.openxmlformats.org/drawingml/2006/main" noGrp="1"/>
          </p:cNvSpPr>
          <p:nvPr/>
        </p:nvSpPr>
        <p:spPr>
          <a:xfrm xmlns:a="http://schemas.openxmlformats.org/drawingml/2006/main" flipH="0" flipV="0">
            <a:off x="647700" y="3028950"/>
            <a:ext cx="5467350" cy="0"/>
          </a:xfrm>
          <a:prstGeom xmlns:a="http://schemas.openxmlformats.org/drawingml/2006/main" prst="line">
            <a:avLst/>
          </a:prstGeom>
          <a:noFill xmlns:a="http://schemas.openxmlformats.org/drawingml/2006/main"/>
          <a:ln xmlns:a="http://schemas.openxmlformats.org/drawingml/2006/main" w="38100">
            <a:solidFill>
              <a:srgbClr val="FD9F28"/>
            </a:solidFill>
            <a:prstDash val="solid"/>
          </a:ln>
        </p:spPr>
      </p:sp>
      <p:sp>
        <p:nvSpPr>
          <p:cNvPr id="5" name="">
            <a:extLst xmlns:a="http://schemas.openxmlformats.org/drawingml/2006/main">
              <a:ext uri="{FF2B5EF4-FFF2-40B4-BE49-F238E27FC236}">
                <a16:creationId xmlns:a16="http://schemas.microsoft.com/office/drawing/2014/main" id="{12542085-FAE3-4602-9C3A-141B2019F3CE}"/>
              </a:ext>
            </a:extLst>
          </p:cNvPr>
          <p:cNvSpPr>
            <a:spLocks xmlns:a="http://schemas.openxmlformats.org/drawingml/2006/main" noGrp="1"/>
          </p:cNvSpPr>
          <p:nvPr/>
        </p:nvSpPr>
        <p:spPr>
          <a:xfrm xmlns:a="http://schemas.openxmlformats.org/drawingml/2006/main">
            <a:off x="647700" y="3333750"/>
            <a:ext cx="58102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8235"/>
          </a:bodyPr>
          <a:lstStyle xmlns:a="http://schemas.openxmlformats.org/drawingml/2006/main"/>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오늘의 테마와 과거의 유사 사건을 연결하는</a:t>
            </a:r>
          </a:p>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테마 이벤트 스터디 툴</a:t>
            </a:r>
          </a:p>
        </p:txBody>
      </p:sp>
      <p:sp>
        <p:nvSpPr>
          <p:cNvPr id="6" name="">
            <a:extLst xmlns:a="http://schemas.openxmlformats.org/drawingml/2006/main">
              <a:ext uri="{FF2B5EF4-FFF2-40B4-BE49-F238E27FC236}">
                <a16:creationId xmlns:a16="http://schemas.microsoft.com/office/drawing/2014/main" id="{D9C93166-7F5B-437A-9779-F0E7F0152C2C}"/>
              </a:ext>
            </a:extLst>
          </p:cNvPr>
          <p:cNvSpPr>
            <a:spLocks xmlns:a="http://schemas.openxmlformats.org/drawingml/2006/main" noGrp="1"/>
          </p:cNvSpPr>
          <p:nvPr/>
        </p:nvSpPr>
        <p:spPr>
          <a:xfrm xmlns:a="http://schemas.openxmlformats.org/drawingml/2006/main">
            <a:off x="647700" y="4762500"/>
            <a:ext cx="61912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8713"/>
          </a:bodyPr>
          <a:lstStyle xmlns:a="http://schemas.openxmlformats.org/drawingml/2006/main"/>
          <a:p xmlns:a="http://schemas.openxmlformats.org/drawingml/2006/main">
            <a:pPr algn="l">
              <a:lnSpc>
                <a:spcPct val="112000"/>
              </a:lnSpc>
              <a:buNone/>
              <a:defRPr sz="3900" b="1">
                <a:solidFill>
                  <a:srgbClr val="FD9F28"/>
                </a:solidFill>
                <a:latin typeface="NanumSquare"/>
                <a:ea typeface="NanumSquare"/>
                <a:cs typeface="NanumSquare"/>
              </a:defRPr>
            </a:pPr>
            <a:r>
              <a:rPr sz="3900" b="1">
                <a:solidFill>
                  <a:srgbClr val="FD9F28"/>
                </a:solidFill>
                <a:latin typeface="NanumSquare"/>
                <a:ea typeface="NanumSquare"/>
                <a:cs typeface="NanumSquare"/>
              </a:rPr>
              <a:t>DAY-JA-VIEW</a:t>
            </a:r>
          </a:p>
        </p:txBody>
      </p:sp>
      <p:sp>
        <p:nvSpPr>
          <p:cNvPr id="7" name="">
            <a:extLst xmlns:a="http://schemas.openxmlformats.org/drawingml/2006/main">
              <a:ext uri="{FF2B5EF4-FFF2-40B4-BE49-F238E27FC236}">
                <a16:creationId xmlns:a16="http://schemas.microsoft.com/office/drawing/2014/main" id="{05BC0483-C365-47A3-B53B-3925163E52EA}"/>
              </a:ext>
            </a:extLst>
          </p:cNvPr>
          <p:cNvSpPr>
            <a:spLocks xmlns:a="http://schemas.openxmlformats.org/drawingml/2006/main" noGrp="1"/>
          </p:cNvSpPr>
          <p:nvPr/>
        </p:nvSpPr>
        <p:spPr>
          <a:xfrm xmlns:a="http://schemas.openxmlformats.org/drawingml/2006/main">
            <a:off x="657225" y="5505450"/>
            <a:ext cx="1314450" cy="400050"/>
          </a:xfrm>
          <a:prstGeom xmlns:a="http://schemas.openxmlformats.org/drawingml/2006/main" prst="roundRect">
            <a:avLst>
              <a:gd name="adj" fmla="val 50000"/>
            </a:avLst>
          </a:prstGeom>
          <a:solidFill xmlns:a="http://schemas.openxmlformats.org/drawingml/2006/main">
            <a:srgbClr val="4016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E72DFF1-0B55-445D-BC0E-CD63FB870122}"/>
              </a:ext>
            </a:extLst>
          </p:cNvPr>
          <p:cNvSpPr>
            <a:spLocks xmlns:a="http://schemas.openxmlformats.org/drawingml/2006/main" noGrp="1"/>
          </p:cNvSpPr>
          <p:nvPr/>
        </p:nvSpPr>
        <p:spPr>
          <a:xfrm xmlns:a="http://schemas.openxmlformats.org/drawingml/2006/main">
            <a:off x="752475" y="5505450"/>
            <a:ext cx="11239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DAY · 그날</a:t>
            </a:r>
          </a:p>
        </p:txBody>
      </p:sp>
      <p:sp>
        <p:nvSpPr>
          <p:cNvPr id="9" name="">
            <a:extLst xmlns:a="http://schemas.openxmlformats.org/drawingml/2006/main">
              <a:ext uri="{FF2B5EF4-FFF2-40B4-BE49-F238E27FC236}">
                <a16:creationId xmlns:a16="http://schemas.microsoft.com/office/drawing/2014/main" id="{9DB41DA8-A9BD-434C-9976-90EFA0FF22EA}"/>
              </a:ext>
            </a:extLst>
          </p:cNvPr>
          <p:cNvSpPr>
            <a:spLocks xmlns:a="http://schemas.openxmlformats.org/drawingml/2006/main" noGrp="1"/>
          </p:cNvSpPr>
          <p:nvPr/>
        </p:nvSpPr>
        <p:spPr>
          <a:xfrm xmlns:a="http://schemas.openxmlformats.org/drawingml/2006/main">
            <a:off x="2085975" y="5505450"/>
            <a:ext cx="148590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C90D6142-957B-44BA-BF5A-6591B9E38765}"/>
              </a:ext>
            </a:extLst>
          </p:cNvPr>
          <p:cNvSpPr>
            <a:spLocks xmlns:a="http://schemas.openxmlformats.org/drawingml/2006/main" noGrp="1"/>
          </p:cNvSpPr>
          <p:nvPr/>
        </p:nvSpPr>
        <p:spPr>
          <a:xfrm xmlns:a="http://schemas.openxmlformats.org/drawingml/2006/main">
            <a:off x="2181225" y="5505450"/>
            <a:ext cx="1295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VIEW · 반응</a:t>
            </a:r>
          </a:p>
        </p:txBody>
      </p:sp>
      <p:sp>
        <p:nvSpPr>
          <p:cNvPr id="11" name="">
            <a:extLst xmlns:a="http://schemas.openxmlformats.org/drawingml/2006/main">
              <a:ext uri="{FF2B5EF4-FFF2-40B4-BE49-F238E27FC236}">
                <a16:creationId xmlns:a16="http://schemas.microsoft.com/office/drawing/2014/main" id="{EC299B23-8456-4B06-9644-9A21B23F788A}"/>
              </a:ext>
            </a:extLst>
          </p:cNvPr>
          <p:cNvSpPr>
            <a:spLocks xmlns:a="http://schemas.openxmlformats.org/drawingml/2006/main" noGrp="1"/>
          </p:cNvSpPr>
          <p:nvPr/>
        </p:nvSpPr>
        <p:spPr>
          <a:xfrm xmlns:a="http://schemas.openxmlformats.org/drawingml/2006/main">
            <a:off x="7372350" y="1238250"/>
            <a:ext cx="4038600" cy="4038600"/>
          </a:xfrm>
          <a:prstGeom xmlns:a="http://schemas.openxmlformats.org/drawingml/2006/main" prst="ellipse">
            <a:avLst/>
          </a:prstGeom>
          <a:solidFill xmlns:a="http://schemas.openxmlformats.org/drawingml/2006/main">
            <a:srgbClr val="EEEE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D34D42D-5EF0-4CFE-9B72-57A799998D88}"/>
              </a:ext>
            </a:extLst>
          </p:cNvPr>
          <p:cNvSpPr>
            <a:spLocks xmlns:a="http://schemas.openxmlformats.org/drawingml/2006/main" noGrp="1"/>
          </p:cNvSpPr>
          <p:nvPr/>
        </p:nvSpPr>
        <p:spPr>
          <a:xfrm xmlns:a="http://schemas.openxmlformats.org/drawingml/2006/main">
            <a:off x="7886700" y="1752600"/>
            <a:ext cx="3009900" cy="3009900"/>
          </a:xfrm>
          <a:prstGeom xmlns:a="http://schemas.openxmlformats.org/drawingml/2006/main" prst="ellipse">
            <a:avLst/>
          </a:prstGeom>
          <a:solidFill xmlns:a="http://schemas.openxmlformats.org/drawingml/2006/main">
            <a:srgbClr val="FFFFFF"/>
          </a:solidFill>
          <a:ln xmlns:a="http://schemas.openxmlformats.org/drawingml/2006/main" w="38100">
            <a:solidFill>
              <a:srgbClr val="401600"/>
            </a:solidFill>
            <a:prstDash val="solid"/>
          </a:ln>
        </p:spPr>
      </p:sp>
      <p:sp>
        <p:nvSpPr>
          <p:cNvPr id="13" name="">
            <a:extLst xmlns:a="http://schemas.openxmlformats.org/drawingml/2006/main">
              <a:ext uri="{FF2B5EF4-FFF2-40B4-BE49-F238E27FC236}">
                <a16:creationId xmlns:a16="http://schemas.microsoft.com/office/drawing/2014/main" id="{3D56C4D5-4124-48D7-B1AE-213D3A81DA16}"/>
              </a:ext>
            </a:extLst>
          </p:cNvPr>
          <p:cNvSpPr>
            <a:spLocks xmlns:a="http://schemas.openxmlformats.org/drawingml/2006/main" noGrp="1"/>
          </p:cNvSpPr>
          <p:nvPr/>
        </p:nvSpPr>
        <p:spPr>
          <a:xfrm xmlns:a="http://schemas.openxmlformats.org/drawingml/2006/main">
            <a:off x="8401050" y="2266950"/>
            <a:ext cx="1981200" cy="1981200"/>
          </a:xfrm>
          <a:prstGeom xmlns:a="http://schemas.openxmlformats.org/drawingml/2006/main" prst="ellipse">
            <a:avLst/>
          </a:prstGeom>
          <a:solidFill xmlns:a="http://schemas.openxmlformats.org/drawingml/2006/main">
            <a:srgbClr val="FFFFFF"/>
          </a:solidFill>
          <a:ln xmlns:a="http://schemas.openxmlformats.org/drawingml/2006/main" w="76200">
            <a:solidFill>
              <a:srgbClr val="FD9F28"/>
            </a:solidFill>
            <a:prstDash val="solid"/>
          </a:ln>
        </p:spPr>
      </p:sp>
      <p:sp>
        <p:nvSpPr>
          <p:cNvPr id="14" name="">
            <a:extLst xmlns:a="http://schemas.openxmlformats.org/drawingml/2006/main">
              <a:ext uri="{FF2B5EF4-FFF2-40B4-BE49-F238E27FC236}">
                <a16:creationId xmlns:a16="http://schemas.microsoft.com/office/drawing/2014/main" id="{7E197828-75A5-4C53-8AD1-C6FA09455B53}"/>
              </a:ext>
            </a:extLst>
          </p:cNvPr>
          <p:cNvSpPr>
            <a:spLocks xmlns:a="http://schemas.openxmlformats.org/drawingml/2006/main" noGrp="1"/>
          </p:cNvSpPr>
          <p:nvPr/>
        </p:nvSpPr>
        <p:spPr>
          <a:xfrm xmlns:a="http://schemas.openxmlformats.org/drawingml/2006/main">
            <a:off x="8991600" y="2857500"/>
            <a:ext cx="800100" cy="80010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E619290-3268-47FF-BE4D-0480379985B4}"/>
              </a:ext>
            </a:extLst>
          </p:cNvPr>
          <p:cNvSpPr>
            <a:spLocks xmlns:a="http://schemas.openxmlformats.org/drawingml/2006/main" noGrp="1"/>
          </p:cNvSpPr>
          <p:nvPr/>
        </p:nvSpPr>
        <p:spPr>
          <a:xfrm xmlns:a="http://schemas.openxmlformats.org/drawingml/2006/main">
            <a:off x="8239125" y="1990725"/>
            <a:ext cx="285750" cy="2857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4D2CD05-22B5-498C-BCF3-0446E160C09E}"/>
              </a:ext>
            </a:extLst>
          </p:cNvPr>
          <p:cNvSpPr>
            <a:spLocks xmlns:a="http://schemas.openxmlformats.org/drawingml/2006/main" noGrp="1"/>
          </p:cNvSpPr>
          <p:nvPr/>
        </p:nvSpPr>
        <p:spPr>
          <a:xfrm xmlns:a="http://schemas.openxmlformats.org/drawingml/2006/main">
            <a:off x="10487025" y="2276475"/>
            <a:ext cx="209550" cy="20955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A93034C-381D-453E-8D14-1E8D0B56877D}"/>
              </a:ext>
            </a:extLst>
          </p:cNvPr>
          <p:cNvSpPr>
            <a:spLocks xmlns:a="http://schemas.openxmlformats.org/drawingml/2006/main" noGrp="1"/>
          </p:cNvSpPr>
          <p:nvPr/>
        </p:nvSpPr>
        <p:spPr>
          <a:xfrm xmlns:a="http://schemas.openxmlformats.org/drawingml/2006/main">
            <a:off x="10629900" y="3924300"/>
            <a:ext cx="342900" cy="3429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28797E7-ADAE-44D6-B62D-2C763F176863}"/>
              </a:ext>
            </a:extLst>
          </p:cNvPr>
          <p:cNvSpPr>
            <a:spLocks xmlns:a="http://schemas.openxmlformats.org/drawingml/2006/main" noGrp="1"/>
          </p:cNvSpPr>
          <p:nvPr/>
        </p:nvSpPr>
        <p:spPr>
          <a:xfrm xmlns:a="http://schemas.openxmlformats.org/drawingml/2006/main">
            <a:off x="8343900" y="4343400"/>
            <a:ext cx="190500" cy="19050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15CD90D8-5247-481A-AF2E-EAECD879500A}"/>
              </a:ext>
            </a:extLst>
          </p:cNvPr>
          <p:cNvSpPr>
            <a:spLocks xmlns:a="http://schemas.openxmlformats.org/drawingml/2006/main" noGrp="1"/>
          </p:cNvSpPr>
          <p:nvPr/>
        </p:nvSpPr>
        <p:spPr>
          <a:xfrm xmlns:a="http://schemas.openxmlformats.org/drawingml/2006/main">
            <a:off x="8724900" y="3019425"/>
            <a:ext cx="13335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FFFFF"/>
                </a:solidFill>
                <a:latin typeface="NanumSquare"/>
                <a:ea typeface="NanumSquare"/>
                <a:cs typeface="NanumSquare"/>
              </a:defRPr>
            </a:pPr>
            <a:r>
              <a:rPr sz="1500" b="1">
                <a:solidFill>
                  <a:srgbClr val="FFFFFF"/>
                </a:solidFill>
                <a:latin typeface="NanumSquare"/>
                <a:ea typeface="NanumSquare"/>
                <a:cs typeface="NanumSquare"/>
              </a:rPr>
              <a:t>TODAY</a:t>
            </a:r>
          </a:p>
        </p:txBody>
      </p:sp>
      <p:sp>
        <p:nvSpPr>
          <p:cNvPr id="20" name="">
            <a:extLst xmlns:a="http://schemas.openxmlformats.org/drawingml/2006/main">
              <a:ext uri="{FF2B5EF4-FFF2-40B4-BE49-F238E27FC236}">
                <a16:creationId xmlns:a16="http://schemas.microsoft.com/office/drawing/2014/main" id="{884CDE8A-C7C0-47B1-AE67-CAE0A803D0A8}"/>
              </a:ext>
            </a:extLst>
          </p:cNvPr>
          <p:cNvSpPr>
            <a:spLocks xmlns:a="http://schemas.openxmlformats.org/drawingml/2006/main" noGrp="1"/>
          </p:cNvSpPr>
          <p:nvPr/>
        </p:nvSpPr>
        <p:spPr>
          <a:xfrm xmlns:a="http://schemas.openxmlformats.org/drawingml/2006/main">
            <a:off x="7572375" y="1657350"/>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PAST EVENTS ↔ TODAY</a:t>
            </a:r>
          </a:p>
        </p:txBody>
      </p:sp>
      <p:sp>
        <p:nvSpPr>
          <p:cNvPr id="21" name="">
            <a:extLst xmlns:a="http://schemas.openxmlformats.org/drawingml/2006/main">
              <a:ext uri="{FF2B5EF4-FFF2-40B4-BE49-F238E27FC236}">
                <a16:creationId xmlns:a16="http://schemas.microsoft.com/office/drawing/2014/main" id="{ADED119C-335E-4A66-BD9D-32C9C3784D01}"/>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22" name="">
            <a:extLst xmlns:a="http://schemas.openxmlformats.org/drawingml/2006/main">
              <a:ext uri="{FF2B5EF4-FFF2-40B4-BE49-F238E27FC236}">
                <a16:creationId xmlns:a16="http://schemas.microsoft.com/office/drawing/2014/main" id="{648BE7F6-42D4-483B-8A21-DE0FFA850F11}"/>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781150042"/>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D918939A-A909-408B-AA49-D51B5FC80DA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54CD94C-6432-4393-91FC-191009BE31F4}"/>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9CE89DE-F9CB-4934-8E76-8BA6DC284EC6}"/>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SERVICE</a:t>
            </a:r>
          </a:p>
        </p:txBody>
      </p:sp>
      <p:sp>
        <p:nvSpPr>
          <p:cNvPr id="4" name="">
            <a:extLst xmlns:a="http://schemas.openxmlformats.org/drawingml/2006/main">
              <a:ext uri="{FF2B5EF4-FFF2-40B4-BE49-F238E27FC236}">
                <a16:creationId xmlns:a16="http://schemas.microsoft.com/office/drawing/2014/main" id="{7E580CD8-9148-48CE-96CD-CB1CC3685C57}"/>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흩어진 탐색을 하나의 분석 흐름으로</a:t>
            </a:r>
          </a:p>
        </p:txBody>
      </p:sp>
      <p:sp>
        <p:nvSpPr>
          <p:cNvPr id="5" name="">
            <a:extLst xmlns:a="http://schemas.openxmlformats.org/drawingml/2006/main">
              <a:ext uri="{FF2B5EF4-FFF2-40B4-BE49-F238E27FC236}">
                <a16:creationId xmlns:a16="http://schemas.microsoft.com/office/drawing/2014/main" id="{2B3253AC-9E7A-44DB-B775-0DC8CEB7F092}"/>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02</a:t>
            </a:r>
          </a:p>
        </p:txBody>
      </p:sp>
      <p:sp>
        <p:nvSpPr>
          <p:cNvPr id="6" name="">
            <a:extLst xmlns:a="http://schemas.openxmlformats.org/drawingml/2006/main">
              <a:ext uri="{FF2B5EF4-FFF2-40B4-BE49-F238E27FC236}">
                <a16:creationId xmlns:a16="http://schemas.microsoft.com/office/drawing/2014/main" id="{F22D0420-2A42-494F-9E42-37A7E23AC56F}"/>
              </a:ext>
            </a:extLst>
          </p:cNvPr>
          <p:cNvSpPr>
            <a:spLocks xmlns:a="http://schemas.openxmlformats.org/drawingml/2006/main" noGrp="1"/>
          </p:cNvSpPr>
          <p:nvPr/>
        </p:nvSpPr>
        <p:spPr>
          <a:xfrm xmlns:a="http://schemas.openxmlformats.org/drawingml/2006/main">
            <a:off x="876300" y="1266825"/>
            <a:ext cx="9048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0">
                <a:solidFill>
                  <a:srgbClr val="000000"/>
                </a:solidFill>
                <a:latin typeface="NanumSquare"/>
                <a:ea typeface="NanumSquare"/>
                <a:cs typeface="NanumSquare"/>
              </a:defRPr>
            </a:pPr>
            <a:r>
              <a:rPr sz="1650" b="0">
                <a:solidFill>
                  <a:srgbClr val="000000"/>
                </a:solidFill>
                <a:latin typeface="NanumSquare"/>
                <a:ea typeface="NanumSquare"/>
                <a:cs typeface="NanumSquare"/>
              </a:rPr>
              <a:t>발견 → 원인 확인 → 과거 비교</a:t>
            </a:r>
          </a:p>
        </p:txBody>
      </p:sp>
      <p:sp>
        <p:nvSpPr>
          <p:cNvPr id="7" name="">
            <a:extLst xmlns:a="http://schemas.openxmlformats.org/drawingml/2006/main">
              <a:ext uri="{FF2B5EF4-FFF2-40B4-BE49-F238E27FC236}">
                <a16:creationId xmlns:a16="http://schemas.microsoft.com/office/drawing/2014/main" id="{2C232D73-136D-4355-8667-B5BEEA92A9F7}"/>
              </a:ext>
            </a:extLst>
          </p:cNvPr>
          <p:cNvSpPr>
            <a:spLocks xmlns:a="http://schemas.openxmlformats.org/drawingml/2006/main" noGrp="1"/>
          </p:cNvSpPr>
          <p:nvPr/>
        </p:nvSpPr>
        <p:spPr>
          <a:xfrm xmlns:a="http://schemas.openxmlformats.org/drawingml/2006/main" flipH="0" flipV="0">
            <a:off x="1104900" y="2724150"/>
            <a:ext cx="9982200" cy="0"/>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8" name="">
            <a:extLst xmlns:a="http://schemas.openxmlformats.org/drawingml/2006/main">
              <a:ext uri="{FF2B5EF4-FFF2-40B4-BE49-F238E27FC236}">
                <a16:creationId xmlns:a16="http://schemas.microsoft.com/office/drawing/2014/main" id="{B026AE34-90C5-4A13-8BA5-48B715EAE168}"/>
              </a:ext>
            </a:extLst>
          </p:cNvPr>
          <p:cNvSpPr>
            <a:spLocks xmlns:a="http://schemas.openxmlformats.org/drawingml/2006/main" noGrp="1"/>
          </p:cNvSpPr>
          <p:nvPr/>
        </p:nvSpPr>
        <p:spPr>
          <a:xfrm xmlns:a="http://schemas.openxmlformats.org/drawingml/2006/main">
            <a:off x="1971675" y="260032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3A4A23F-AE40-4E3D-BBDA-FB23AF05C489}"/>
              </a:ext>
            </a:extLst>
          </p:cNvPr>
          <p:cNvSpPr>
            <a:spLocks xmlns:a="http://schemas.openxmlformats.org/drawingml/2006/main" noGrp="1"/>
          </p:cNvSpPr>
          <p:nvPr/>
        </p:nvSpPr>
        <p:spPr>
          <a:xfrm xmlns:a="http://schemas.openxmlformats.org/drawingml/2006/main">
            <a:off x="1143000" y="19240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D9F28"/>
                </a:solidFill>
                <a:latin typeface="NanumSquare"/>
                <a:ea typeface="NanumSquare"/>
                <a:cs typeface="NanumSquare"/>
              </a:defRPr>
            </a:pPr>
            <a:r>
              <a:rPr sz="1350" b="1">
                <a:solidFill>
                  <a:srgbClr val="FD9F28"/>
                </a:solidFill>
                <a:latin typeface="NanumSquare"/>
                <a:ea typeface="NanumSquare"/>
                <a:cs typeface="NanumSquare"/>
              </a:rPr>
              <a:t>01  DISCOVER</a:t>
            </a:r>
          </a:p>
        </p:txBody>
      </p:sp>
      <p:sp>
        <p:nvSpPr>
          <p:cNvPr id="10" name="">
            <a:extLst xmlns:a="http://schemas.openxmlformats.org/drawingml/2006/main">
              <a:ext uri="{FF2B5EF4-FFF2-40B4-BE49-F238E27FC236}">
                <a16:creationId xmlns:a16="http://schemas.microsoft.com/office/drawing/2014/main" id="{FD317042-A7EA-4A39-BBA8-41D59E017D94}"/>
              </a:ext>
            </a:extLst>
          </p:cNvPr>
          <p:cNvSpPr>
            <a:spLocks xmlns:a="http://schemas.openxmlformats.org/drawingml/2006/main" noGrp="1"/>
          </p:cNvSpPr>
          <p:nvPr/>
        </p:nvSpPr>
        <p:spPr>
          <a:xfrm xmlns:a="http://schemas.openxmlformats.org/drawingml/2006/main">
            <a:off x="876300" y="3019425"/>
            <a:ext cx="2438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8"/>
          </a:bodyPr>
          <a:lstStyle xmlns:a="http://schemas.openxmlformats.org/drawingml/2006/main"/>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오늘 무엇이</a:t>
            </a:r>
          </a:p>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움직이는가?</a:t>
            </a:r>
          </a:p>
        </p:txBody>
      </p:sp>
      <p:sp>
        <p:nvSpPr>
          <p:cNvPr id="11" name="">
            <a:extLst xmlns:a="http://schemas.openxmlformats.org/drawingml/2006/main">
              <a:ext uri="{FF2B5EF4-FFF2-40B4-BE49-F238E27FC236}">
                <a16:creationId xmlns:a16="http://schemas.microsoft.com/office/drawing/2014/main" id="{7D967054-6B98-4224-9E2C-353B1BC64388}"/>
              </a:ext>
            </a:extLst>
          </p:cNvPr>
          <p:cNvSpPr>
            <a:spLocks xmlns:a="http://schemas.openxmlformats.org/drawingml/2006/main" noGrp="1"/>
          </p:cNvSpPr>
          <p:nvPr/>
        </p:nvSpPr>
        <p:spPr>
          <a:xfrm xmlns:a="http://schemas.openxmlformats.org/drawingml/2006/main">
            <a:off x="781050" y="4048125"/>
            <a:ext cx="2628900" cy="990600"/>
          </a:xfrm>
          <a:prstGeom xmlns:a="http://schemas.openxmlformats.org/drawingml/2006/main" prst="roundRect">
            <a:avLst>
              <a:gd name="adj" fmla="val 17308"/>
            </a:avLst>
          </a:prstGeom>
          <a:solidFill xmlns:a="http://schemas.openxmlformats.org/drawingml/2006/main">
            <a:srgbClr val="401600"/>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4AC20562-8EB0-4C73-9E48-98EFE3970255}"/>
              </a:ext>
            </a:extLst>
          </p:cNvPr>
          <p:cNvSpPr>
            <a:spLocks xmlns:a="http://schemas.openxmlformats.org/drawingml/2006/main" noGrp="1"/>
          </p:cNvSpPr>
          <p:nvPr/>
        </p:nvSpPr>
        <p:spPr>
          <a:xfrm xmlns:a="http://schemas.openxmlformats.org/drawingml/2006/main">
            <a:off x="971550" y="4048125"/>
            <a:ext cx="2247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강해지는 테마와</a:t>
            </a:r>
          </a:p>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주도 종목을 발견</a:t>
            </a:r>
          </a:p>
        </p:txBody>
      </p:sp>
      <p:sp>
        <p:nvSpPr>
          <p:cNvPr id="13" name="">
            <a:extLst xmlns:a="http://schemas.openxmlformats.org/drawingml/2006/main">
              <a:ext uri="{FF2B5EF4-FFF2-40B4-BE49-F238E27FC236}">
                <a16:creationId xmlns:a16="http://schemas.microsoft.com/office/drawing/2014/main" id="{C0BD7CBF-987A-4BB7-9E30-2C00F31BF8DF}"/>
              </a:ext>
            </a:extLst>
          </p:cNvPr>
          <p:cNvSpPr>
            <a:spLocks xmlns:a="http://schemas.openxmlformats.org/drawingml/2006/main" noGrp="1"/>
          </p:cNvSpPr>
          <p:nvPr/>
        </p:nvSpPr>
        <p:spPr>
          <a:xfrm xmlns:a="http://schemas.openxmlformats.org/drawingml/2006/main">
            <a:off x="5972175" y="260032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4D890F26-BD1A-4DDA-98E5-D0F7FC088171}"/>
              </a:ext>
            </a:extLst>
          </p:cNvPr>
          <p:cNvSpPr>
            <a:spLocks xmlns:a="http://schemas.openxmlformats.org/drawingml/2006/main" noGrp="1"/>
          </p:cNvSpPr>
          <p:nvPr/>
        </p:nvSpPr>
        <p:spPr>
          <a:xfrm xmlns:a="http://schemas.openxmlformats.org/drawingml/2006/main">
            <a:off x="5143500" y="19240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02  UNDERSTAND</a:t>
            </a:r>
          </a:p>
        </p:txBody>
      </p:sp>
      <p:sp>
        <p:nvSpPr>
          <p:cNvPr id="15" name="">
            <a:extLst xmlns:a="http://schemas.openxmlformats.org/drawingml/2006/main">
              <a:ext uri="{FF2B5EF4-FFF2-40B4-BE49-F238E27FC236}">
                <a16:creationId xmlns:a16="http://schemas.microsoft.com/office/drawing/2014/main" id="{36AC7AD4-7D90-4BDB-BF1C-084235442CDB}"/>
              </a:ext>
            </a:extLst>
          </p:cNvPr>
          <p:cNvSpPr>
            <a:spLocks xmlns:a="http://schemas.openxmlformats.org/drawingml/2006/main" noGrp="1"/>
          </p:cNvSpPr>
          <p:nvPr/>
        </p:nvSpPr>
        <p:spPr>
          <a:xfrm xmlns:a="http://schemas.openxmlformats.org/drawingml/2006/main">
            <a:off x="4876800" y="3019425"/>
            <a:ext cx="2438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8"/>
          </a:bodyPr>
          <a:lstStyle xmlns:a="http://schemas.openxmlformats.org/drawingml/2006/main"/>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왜</a:t>
            </a:r>
          </a:p>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움직이는가?</a:t>
            </a:r>
          </a:p>
        </p:txBody>
      </p:sp>
      <p:sp>
        <p:nvSpPr>
          <p:cNvPr id="16" name="">
            <a:extLst xmlns:a="http://schemas.openxmlformats.org/drawingml/2006/main">
              <a:ext uri="{FF2B5EF4-FFF2-40B4-BE49-F238E27FC236}">
                <a16:creationId xmlns:a16="http://schemas.microsoft.com/office/drawing/2014/main" id="{7BF8AD08-51CC-4F69-9BE2-8BB8C35F6DA0}"/>
              </a:ext>
            </a:extLst>
          </p:cNvPr>
          <p:cNvSpPr>
            <a:spLocks xmlns:a="http://schemas.openxmlformats.org/drawingml/2006/main" noGrp="1"/>
          </p:cNvSpPr>
          <p:nvPr/>
        </p:nvSpPr>
        <p:spPr>
          <a:xfrm xmlns:a="http://schemas.openxmlformats.org/drawingml/2006/main">
            <a:off x="4781550" y="4048125"/>
            <a:ext cx="2628900" cy="990600"/>
          </a:xfrm>
          <a:prstGeom xmlns:a="http://schemas.openxmlformats.org/drawingml/2006/main" prst="roundRect">
            <a:avLst>
              <a:gd name="adj" fmla="val 17308"/>
            </a:avLst>
          </a:prstGeom>
          <a:solidFill xmlns:a="http://schemas.openxmlformats.org/drawingml/2006/main">
            <a:srgbClr val="FD9F2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43007088-D619-4A1D-B3E8-2FD8D8BA7935}"/>
              </a:ext>
            </a:extLst>
          </p:cNvPr>
          <p:cNvSpPr>
            <a:spLocks xmlns:a="http://schemas.openxmlformats.org/drawingml/2006/main" noGrp="1"/>
          </p:cNvSpPr>
          <p:nvPr/>
        </p:nvSpPr>
        <p:spPr>
          <a:xfrm xmlns:a="http://schemas.openxmlformats.org/drawingml/2006/main">
            <a:off x="4972050" y="4048125"/>
            <a:ext cx="2247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관련 뉴스와 소재를</a:t>
            </a:r>
          </a:p>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같은 화면에서 확인</a:t>
            </a:r>
          </a:p>
        </p:txBody>
      </p:sp>
      <p:sp>
        <p:nvSpPr>
          <p:cNvPr id="18" name="">
            <a:extLst xmlns:a="http://schemas.openxmlformats.org/drawingml/2006/main">
              <a:ext uri="{FF2B5EF4-FFF2-40B4-BE49-F238E27FC236}">
                <a16:creationId xmlns:a16="http://schemas.microsoft.com/office/drawing/2014/main" id="{AF6CB120-BC07-4396-8366-542399C29C68}"/>
              </a:ext>
            </a:extLst>
          </p:cNvPr>
          <p:cNvSpPr>
            <a:spLocks xmlns:a="http://schemas.openxmlformats.org/drawingml/2006/main" noGrp="1"/>
          </p:cNvSpPr>
          <p:nvPr/>
        </p:nvSpPr>
        <p:spPr>
          <a:xfrm xmlns:a="http://schemas.openxmlformats.org/drawingml/2006/main">
            <a:off x="9972675" y="260032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F52622A1-77E9-4697-9E71-5651670D9836}"/>
              </a:ext>
            </a:extLst>
          </p:cNvPr>
          <p:cNvSpPr>
            <a:spLocks xmlns:a="http://schemas.openxmlformats.org/drawingml/2006/main" noGrp="1"/>
          </p:cNvSpPr>
          <p:nvPr/>
        </p:nvSpPr>
        <p:spPr>
          <a:xfrm xmlns:a="http://schemas.openxmlformats.org/drawingml/2006/main">
            <a:off x="9144000" y="1924050"/>
            <a:ext cx="1905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D9F28"/>
                </a:solidFill>
                <a:latin typeface="NanumSquare"/>
                <a:ea typeface="NanumSquare"/>
                <a:cs typeface="NanumSquare"/>
              </a:defRPr>
            </a:pPr>
            <a:r>
              <a:rPr sz="1350" b="1">
                <a:solidFill>
                  <a:srgbClr val="FD9F28"/>
                </a:solidFill>
                <a:latin typeface="NanumSquare"/>
                <a:ea typeface="NanumSquare"/>
                <a:cs typeface="NanumSquare"/>
              </a:rPr>
              <a:t>03  STUDY</a:t>
            </a:r>
          </a:p>
        </p:txBody>
      </p:sp>
      <p:sp>
        <p:nvSpPr>
          <p:cNvPr id="20" name="">
            <a:extLst xmlns:a="http://schemas.openxmlformats.org/drawingml/2006/main">
              <a:ext uri="{FF2B5EF4-FFF2-40B4-BE49-F238E27FC236}">
                <a16:creationId xmlns:a16="http://schemas.microsoft.com/office/drawing/2014/main" id="{61715EFD-6EF8-46C0-8000-0BCBE356140B}"/>
              </a:ext>
            </a:extLst>
          </p:cNvPr>
          <p:cNvSpPr>
            <a:spLocks xmlns:a="http://schemas.openxmlformats.org/drawingml/2006/main" noGrp="1"/>
          </p:cNvSpPr>
          <p:nvPr/>
        </p:nvSpPr>
        <p:spPr>
          <a:xfrm xmlns:a="http://schemas.openxmlformats.org/drawingml/2006/main">
            <a:off x="8877300" y="3019425"/>
            <a:ext cx="2438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828"/>
          </a:bodyPr>
          <a:lstStyle xmlns:a="http://schemas.openxmlformats.org/drawingml/2006/main"/>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과거에는 어떻게</a:t>
            </a:r>
          </a:p>
          <a:p xmlns:a="http://schemas.openxmlformats.org/drawingml/2006/main">
            <a:pPr algn="ctr">
              <a:lnSpc>
                <a:spcPct val="145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반응했는가?</a:t>
            </a:r>
          </a:p>
        </p:txBody>
      </p:sp>
      <p:sp>
        <p:nvSpPr>
          <p:cNvPr id="21" name="">
            <a:extLst xmlns:a="http://schemas.openxmlformats.org/drawingml/2006/main">
              <a:ext uri="{FF2B5EF4-FFF2-40B4-BE49-F238E27FC236}">
                <a16:creationId xmlns:a16="http://schemas.microsoft.com/office/drawing/2014/main" id="{F925C6F8-01BC-42A7-BB78-D5F202BFD050}"/>
              </a:ext>
            </a:extLst>
          </p:cNvPr>
          <p:cNvSpPr>
            <a:spLocks xmlns:a="http://schemas.openxmlformats.org/drawingml/2006/main" noGrp="1"/>
          </p:cNvSpPr>
          <p:nvPr/>
        </p:nvSpPr>
        <p:spPr>
          <a:xfrm xmlns:a="http://schemas.openxmlformats.org/drawingml/2006/main">
            <a:off x="8782050" y="4048125"/>
            <a:ext cx="2628900" cy="990600"/>
          </a:xfrm>
          <a:prstGeom xmlns:a="http://schemas.openxmlformats.org/drawingml/2006/main" prst="roundRect">
            <a:avLst>
              <a:gd name="adj" fmla="val 17308"/>
            </a:avLst>
          </a:prstGeom>
          <a:solidFill xmlns:a="http://schemas.openxmlformats.org/drawingml/2006/main">
            <a:srgbClr val="4016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6871587-01C7-410F-8B8B-EFF20745CECC}"/>
              </a:ext>
            </a:extLst>
          </p:cNvPr>
          <p:cNvSpPr>
            <a:spLocks xmlns:a="http://schemas.openxmlformats.org/drawingml/2006/main" noGrp="1"/>
          </p:cNvSpPr>
          <p:nvPr/>
        </p:nvSpPr>
        <p:spPr>
          <a:xfrm xmlns:a="http://schemas.openxmlformats.org/drawingml/2006/main">
            <a:off x="8972550" y="4048125"/>
            <a:ext cx="22479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유사 Event와</a:t>
            </a:r>
          </a:p>
          <a:p xmlns:a="http://schemas.openxmlformats.org/drawingml/2006/main">
            <a:pPr algn="ctr">
              <a:lnSpc>
                <a:spcPct val="155556"/>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T+1·5·20 결과 비교</a:t>
            </a:r>
          </a:p>
        </p:txBody>
      </p:sp>
      <p:sp>
        <p:nvSpPr>
          <p:cNvPr id="23" name="">
            <a:extLst xmlns:a="http://schemas.openxmlformats.org/drawingml/2006/main">
              <a:ext uri="{FF2B5EF4-FFF2-40B4-BE49-F238E27FC236}">
                <a16:creationId xmlns:a16="http://schemas.microsoft.com/office/drawing/2014/main" id="{448F339F-094F-459B-8491-18693D6BA5AE}"/>
              </a:ext>
            </a:extLst>
          </p:cNvPr>
          <p:cNvSpPr>
            <a:spLocks xmlns:a="http://schemas.openxmlformats.org/drawingml/2006/main" noGrp="1"/>
          </p:cNvSpPr>
          <p:nvPr/>
        </p:nvSpPr>
        <p:spPr>
          <a:xfrm xmlns:a="http://schemas.openxmlformats.org/drawingml/2006/main">
            <a:off x="2476500" y="5572125"/>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0">
                <a:solidFill>
                  <a:srgbClr val="000000"/>
                </a:solidFill>
                <a:latin typeface="NanumSquare"/>
                <a:ea typeface="NanumSquare"/>
                <a:cs typeface="NanumSquare"/>
              </a:defRPr>
            </a:pPr>
            <a:r>
              <a:rPr sz="1650" b="0">
                <a:solidFill>
                  <a:srgbClr val="000000"/>
                </a:solidFill>
                <a:latin typeface="NanumSquare"/>
                <a:ea typeface="NanumSquare"/>
                <a:cs typeface="NanumSquare"/>
              </a:rPr>
              <a:t>사용자가 직접 연결하던 정보를 하나의 Event 단위로</a:t>
            </a:r>
          </a:p>
        </p:txBody>
      </p:sp>
      <p:sp>
        <p:nvSpPr>
          <p:cNvPr id="24" name="">
            <a:extLst xmlns:a="http://schemas.openxmlformats.org/drawingml/2006/main">
              <a:ext uri="{FF2B5EF4-FFF2-40B4-BE49-F238E27FC236}">
                <a16:creationId xmlns:a16="http://schemas.microsoft.com/office/drawing/2014/main" id="{B49CA95A-FB35-4D23-BFFF-84139466CD3E}"/>
              </a:ext>
            </a:extLst>
          </p:cNvPr>
          <p:cNvSpPr>
            <a:spLocks xmlns:a="http://schemas.openxmlformats.org/drawingml/2006/main" noGrp="1"/>
          </p:cNvSpPr>
          <p:nvPr/>
        </p:nvSpPr>
        <p:spPr>
          <a:xfrm xmlns:a="http://schemas.openxmlformats.org/drawingml/2006/main">
            <a:off x="2476500" y="5886450"/>
            <a:ext cx="7239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800" b="1">
                <a:solidFill>
                  <a:srgbClr val="FD9F28"/>
                </a:solidFill>
                <a:latin typeface="NanumSquare"/>
                <a:ea typeface="NanumSquare"/>
                <a:cs typeface="NanumSquare"/>
              </a:defRPr>
            </a:pPr>
            <a:r>
              <a:rPr sz="1800" b="1">
                <a:solidFill>
                  <a:srgbClr val="FD9F28"/>
                </a:solidFill>
                <a:latin typeface="NanumSquare"/>
                <a:ea typeface="NanumSquare"/>
                <a:cs typeface="NanumSquare"/>
              </a:rPr>
              <a:t>발견부터 비교까지 끊김 없이 연결합니다.</a:t>
            </a:r>
          </a:p>
        </p:txBody>
      </p:sp>
      <p:sp>
        <p:nvSpPr>
          <p:cNvPr id="25" name="">
            <a:extLst xmlns:a="http://schemas.openxmlformats.org/drawingml/2006/main">
              <a:ext uri="{FF2B5EF4-FFF2-40B4-BE49-F238E27FC236}">
                <a16:creationId xmlns:a16="http://schemas.microsoft.com/office/drawing/2014/main" id="{43C762B5-7021-4E61-B4F6-FFE6ACED70CC}"/>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26" name="">
            <a:extLst xmlns:a="http://schemas.openxmlformats.org/drawingml/2006/main">
              <a:ext uri="{FF2B5EF4-FFF2-40B4-BE49-F238E27FC236}">
                <a16:creationId xmlns:a16="http://schemas.microsoft.com/office/drawing/2014/main" id="{0E5CE83E-779A-4E41-8AFC-8469EB93D0C6}"/>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88353809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53D50EEA-FA8F-4345-BAC6-789CA115B22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541D92-C076-41EE-A018-984A043F2053}"/>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41491417-B453-4F1A-A375-D109E4CC1E03}"/>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DEMO</a:t>
            </a:r>
          </a:p>
        </p:txBody>
      </p:sp>
      <p:sp>
        <p:nvSpPr>
          <p:cNvPr id="4" name="">
            <a:extLst xmlns:a="http://schemas.openxmlformats.org/drawingml/2006/main">
              <a:ext uri="{FF2B5EF4-FFF2-40B4-BE49-F238E27FC236}">
                <a16:creationId xmlns:a16="http://schemas.microsoft.com/office/drawing/2014/main" id="{0FC0B87A-001B-497A-B5C8-872BE82A92AC}"/>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서비스 시연</a:t>
            </a:r>
          </a:p>
        </p:txBody>
      </p:sp>
      <p:sp>
        <p:nvSpPr>
          <p:cNvPr id="5" name="">
            <a:extLst xmlns:a="http://schemas.openxmlformats.org/drawingml/2006/main">
              <a:ext uri="{FF2B5EF4-FFF2-40B4-BE49-F238E27FC236}">
                <a16:creationId xmlns:a16="http://schemas.microsoft.com/office/drawing/2014/main" id="{2A0B179F-CA17-4E64-B708-39374A9B5416}"/>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03</a:t>
            </a:r>
          </a:p>
        </p:txBody>
      </p:sp>
      <p:sp>
        <p:nvSpPr>
          <p:cNvPr id="6" name="">
            <a:extLst xmlns:a="http://schemas.openxmlformats.org/drawingml/2006/main">
              <a:ext uri="{FF2B5EF4-FFF2-40B4-BE49-F238E27FC236}">
                <a16:creationId xmlns:a16="http://schemas.microsoft.com/office/drawing/2014/main" id="{EC9EDFBF-1B09-43A8-B899-FCBAD22491E7}"/>
              </a:ext>
            </a:extLst>
          </p:cNvPr>
          <p:cNvSpPr>
            <a:spLocks xmlns:a="http://schemas.openxmlformats.org/drawingml/2006/main" noGrp="1"/>
          </p:cNvSpPr>
          <p:nvPr/>
        </p:nvSpPr>
        <p:spPr>
          <a:xfrm xmlns:a="http://schemas.openxmlformats.org/drawingml/2006/main">
            <a:off x="647700" y="1428750"/>
            <a:ext cx="10896600" cy="4343400"/>
          </a:xfrm>
          <a:prstGeom xmlns:a="http://schemas.openxmlformats.org/drawingml/2006/main" prst="roundRect">
            <a:avLst>
              <a:gd name="adj" fmla="val 5702"/>
            </a:avLst>
          </a:prstGeom>
          <a:solidFill xmlns:a="http://schemas.openxmlformats.org/drawingml/2006/main">
            <a:srgbClr val="4016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642D1F37-2E93-40B0-ABD6-EF1A22BF88ED}"/>
              </a:ext>
            </a:extLst>
          </p:cNvPr>
          <p:cNvSpPr>
            <a:spLocks xmlns:a="http://schemas.openxmlformats.org/drawingml/2006/main" noGrp="1"/>
          </p:cNvSpPr>
          <p:nvPr/>
        </p:nvSpPr>
        <p:spPr>
          <a:xfrm xmlns:a="http://schemas.openxmlformats.org/drawingml/2006/main">
            <a:off x="5524500" y="2552700"/>
            <a:ext cx="1143000" cy="11430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F6DD5D1C-98D6-4A5E-98B0-178CE5D06ACD}"/>
              </a:ext>
            </a:extLst>
          </p:cNvPr>
          <p:cNvSpPr>
            <a:spLocks xmlns:a="http://schemas.openxmlformats.org/drawingml/2006/main" noGrp="1"/>
          </p:cNvSpPr>
          <p:nvPr/>
        </p:nvSpPr>
        <p:spPr>
          <a:xfrm xmlns:a="http://schemas.openxmlformats.org/drawingml/2006/main" rot="5400000">
            <a:off x="5953125" y="2800350"/>
            <a:ext cx="466725" cy="647700"/>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9" name="">
            <a:extLst xmlns:a="http://schemas.openxmlformats.org/drawingml/2006/main">
              <a:ext uri="{FF2B5EF4-FFF2-40B4-BE49-F238E27FC236}">
                <a16:creationId xmlns:a16="http://schemas.microsoft.com/office/drawing/2014/main" id="{2FE5021B-1822-48B9-8970-9E0EE08C0310}"/>
              </a:ext>
            </a:extLst>
          </p:cNvPr>
          <p:cNvSpPr>
            <a:spLocks xmlns:a="http://schemas.openxmlformats.org/drawingml/2006/main" noGrp="1"/>
          </p:cNvSpPr>
          <p:nvPr/>
        </p:nvSpPr>
        <p:spPr>
          <a:xfrm xmlns:a="http://schemas.openxmlformats.org/drawingml/2006/main">
            <a:off x="1600200" y="4067175"/>
            <a:ext cx="89916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a:solidFill>
                  <a:srgbClr val="FFFFFF"/>
                </a:solidFill>
                <a:latin typeface="NanumSquare"/>
                <a:ea typeface="NanumSquare"/>
                <a:cs typeface="NanumSquare"/>
              </a:defRPr>
            </a:pPr>
            <a:r>
              <a:rPr sz="1650" b="1">
                <a:solidFill>
                  <a:srgbClr val="FFFFFF"/>
                </a:solidFill>
                <a:latin typeface="NanumSquare"/>
                <a:ea typeface="NanumSquare"/>
                <a:cs typeface="NanumSquare"/>
              </a:rPr>
              <a:t>오늘의 테마를 발견하고 · 소재를 이해하고 · 과거 반응을 비교하는 흐름</a:t>
            </a:r>
          </a:p>
        </p:txBody>
      </p:sp>
      <p:sp>
        <p:nvSpPr>
          <p:cNvPr id="10" name="">
            <a:extLst xmlns:a="http://schemas.openxmlformats.org/drawingml/2006/main">
              <a:ext uri="{FF2B5EF4-FFF2-40B4-BE49-F238E27FC236}">
                <a16:creationId xmlns:a16="http://schemas.microsoft.com/office/drawing/2014/main" id="{8D7A678A-1CB2-4E0C-9663-D74032770836}"/>
              </a:ext>
            </a:extLst>
          </p:cNvPr>
          <p:cNvSpPr>
            <a:spLocks xmlns:a="http://schemas.openxmlformats.org/drawingml/2006/main" noGrp="1"/>
          </p:cNvSpPr>
          <p:nvPr/>
        </p:nvSpPr>
        <p:spPr>
          <a:xfrm xmlns:a="http://schemas.openxmlformats.org/drawingml/2006/main">
            <a:off x="2362200" y="4876800"/>
            <a:ext cx="419100" cy="4191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14ABADE-85BD-4A8F-A68D-58099E23DCDB}"/>
              </a:ext>
            </a:extLst>
          </p:cNvPr>
          <p:cNvSpPr>
            <a:spLocks xmlns:a="http://schemas.openxmlformats.org/drawingml/2006/main" noGrp="1"/>
          </p:cNvSpPr>
          <p:nvPr/>
        </p:nvSpPr>
        <p:spPr>
          <a:xfrm xmlns:a="http://schemas.openxmlformats.org/drawingml/2006/main">
            <a:off x="2362200" y="48768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01</a:t>
            </a:r>
          </a:p>
        </p:txBody>
      </p:sp>
      <p:sp>
        <p:nvSpPr>
          <p:cNvPr id="12" name="">
            <a:extLst xmlns:a="http://schemas.openxmlformats.org/drawingml/2006/main">
              <a:ext uri="{FF2B5EF4-FFF2-40B4-BE49-F238E27FC236}">
                <a16:creationId xmlns:a16="http://schemas.microsoft.com/office/drawing/2014/main" id="{0AAFA25D-0169-410A-B3D3-580E78891C0E}"/>
              </a:ext>
            </a:extLst>
          </p:cNvPr>
          <p:cNvSpPr>
            <a:spLocks xmlns:a="http://schemas.openxmlformats.org/drawingml/2006/main" noGrp="1"/>
          </p:cNvSpPr>
          <p:nvPr/>
        </p:nvSpPr>
        <p:spPr>
          <a:xfrm xmlns:a="http://schemas.openxmlformats.org/drawingml/2006/main">
            <a:off x="2933700" y="4914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실시간 테마</a:t>
            </a:r>
          </a:p>
        </p:txBody>
      </p:sp>
      <p:sp>
        <p:nvSpPr>
          <p:cNvPr id="13" name="">
            <a:extLst xmlns:a="http://schemas.openxmlformats.org/drawingml/2006/main">
              <a:ext uri="{FF2B5EF4-FFF2-40B4-BE49-F238E27FC236}">
                <a16:creationId xmlns:a16="http://schemas.microsoft.com/office/drawing/2014/main" id="{9F37BE97-C9DE-40BE-A924-AAA0AF6525BE}"/>
              </a:ext>
            </a:extLst>
          </p:cNvPr>
          <p:cNvSpPr>
            <a:spLocks xmlns:a="http://schemas.openxmlformats.org/drawingml/2006/main" noGrp="1"/>
          </p:cNvSpPr>
          <p:nvPr/>
        </p:nvSpPr>
        <p:spPr>
          <a:xfrm xmlns:a="http://schemas.openxmlformats.org/drawingml/2006/main">
            <a:off x="5886450" y="4876800"/>
            <a:ext cx="419100" cy="4191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E075ED9-0AA4-464F-9342-E764088B7FC6}"/>
              </a:ext>
            </a:extLst>
          </p:cNvPr>
          <p:cNvSpPr>
            <a:spLocks xmlns:a="http://schemas.openxmlformats.org/drawingml/2006/main" noGrp="1"/>
          </p:cNvSpPr>
          <p:nvPr/>
        </p:nvSpPr>
        <p:spPr>
          <a:xfrm xmlns:a="http://schemas.openxmlformats.org/drawingml/2006/main">
            <a:off x="5886450" y="48768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02</a:t>
            </a:r>
          </a:p>
        </p:txBody>
      </p:sp>
      <p:sp>
        <p:nvSpPr>
          <p:cNvPr id="15" name="">
            <a:extLst xmlns:a="http://schemas.openxmlformats.org/drawingml/2006/main">
              <a:ext uri="{FF2B5EF4-FFF2-40B4-BE49-F238E27FC236}">
                <a16:creationId xmlns:a16="http://schemas.microsoft.com/office/drawing/2014/main" id="{8625AEC4-C0B3-413D-9977-9B6D64051F3D}"/>
              </a:ext>
            </a:extLst>
          </p:cNvPr>
          <p:cNvSpPr>
            <a:spLocks xmlns:a="http://schemas.openxmlformats.org/drawingml/2006/main" noGrp="1"/>
          </p:cNvSpPr>
          <p:nvPr/>
        </p:nvSpPr>
        <p:spPr>
          <a:xfrm xmlns:a="http://schemas.openxmlformats.org/drawingml/2006/main">
            <a:off x="6457950" y="4914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상승 소재</a:t>
            </a:r>
          </a:p>
        </p:txBody>
      </p:sp>
      <p:sp>
        <p:nvSpPr>
          <p:cNvPr id="16" name="">
            <a:extLst xmlns:a="http://schemas.openxmlformats.org/drawingml/2006/main">
              <a:ext uri="{FF2B5EF4-FFF2-40B4-BE49-F238E27FC236}">
                <a16:creationId xmlns:a16="http://schemas.microsoft.com/office/drawing/2014/main" id="{1D2206AD-AB07-4610-8E0A-1089DC4092AC}"/>
              </a:ext>
            </a:extLst>
          </p:cNvPr>
          <p:cNvSpPr>
            <a:spLocks xmlns:a="http://schemas.openxmlformats.org/drawingml/2006/main" noGrp="1"/>
          </p:cNvSpPr>
          <p:nvPr/>
        </p:nvSpPr>
        <p:spPr>
          <a:xfrm xmlns:a="http://schemas.openxmlformats.org/drawingml/2006/main">
            <a:off x="9410700" y="4876800"/>
            <a:ext cx="419100" cy="4191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72A12344-C56F-4767-B196-DDB0CA3AC90C}"/>
              </a:ext>
            </a:extLst>
          </p:cNvPr>
          <p:cNvSpPr>
            <a:spLocks xmlns:a="http://schemas.openxmlformats.org/drawingml/2006/main" noGrp="1"/>
          </p:cNvSpPr>
          <p:nvPr/>
        </p:nvSpPr>
        <p:spPr>
          <a:xfrm xmlns:a="http://schemas.openxmlformats.org/drawingml/2006/main">
            <a:off x="9410700" y="4876800"/>
            <a:ext cx="4191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03</a:t>
            </a:r>
          </a:p>
        </p:txBody>
      </p:sp>
      <p:sp>
        <p:nvSpPr>
          <p:cNvPr id="18" name="">
            <a:extLst xmlns:a="http://schemas.openxmlformats.org/drawingml/2006/main">
              <a:ext uri="{FF2B5EF4-FFF2-40B4-BE49-F238E27FC236}">
                <a16:creationId xmlns:a16="http://schemas.microsoft.com/office/drawing/2014/main" id="{54D05145-100C-4F5A-BD3B-ACA6F7A90FFA}"/>
              </a:ext>
            </a:extLst>
          </p:cNvPr>
          <p:cNvSpPr>
            <a:spLocks xmlns:a="http://schemas.openxmlformats.org/drawingml/2006/main" noGrp="1"/>
          </p:cNvSpPr>
          <p:nvPr/>
        </p:nvSpPr>
        <p:spPr>
          <a:xfrm xmlns:a="http://schemas.openxmlformats.org/drawingml/2006/main">
            <a:off x="9982200" y="4914900"/>
            <a:ext cx="1714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데자뷰 분석</a:t>
            </a:r>
          </a:p>
        </p:txBody>
      </p:sp>
      <p:sp>
        <p:nvSpPr>
          <p:cNvPr id="19" name="">
            <a:extLst xmlns:a="http://schemas.openxmlformats.org/drawingml/2006/main">
              <a:ext uri="{FF2B5EF4-FFF2-40B4-BE49-F238E27FC236}">
                <a16:creationId xmlns:a16="http://schemas.microsoft.com/office/drawing/2014/main" id="{23DC157F-C114-454E-8B17-99224A3BF70E}"/>
              </a:ext>
            </a:extLst>
          </p:cNvPr>
          <p:cNvSpPr>
            <a:spLocks xmlns:a="http://schemas.openxmlformats.org/drawingml/2006/main" noGrp="1"/>
          </p:cNvSpPr>
          <p:nvPr/>
        </p:nvSpPr>
        <p:spPr>
          <a:xfrm xmlns:a="http://schemas.openxmlformats.org/drawingml/2006/main">
            <a:off x="647700" y="5962650"/>
            <a:ext cx="108966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영상 재생 전: 세 장면만 안내 · 영상 재생 중: 설명 없이 화면에 집중</a:t>
            </a:r>
          </a:p>
        </p:txBody>
      </p:sp>
      <p:sp>
        <p:nvSpPr>
          <p:cNvPr id="20" name="">
            <a:extLst xmlns:a="http://schemas.openxmlformats.org/drawingml/2006/main">
              <a:ext uri="{FF2B5EF4-FFF2-40B4-BE49-F238E27FC236}">
                <a16:creationId xmlns:a16="http://schemas.microsoft.com/office/drawing/2014/main" id="{8380AC35-3705-4A08-A9A9-54DA1E427ABB}"/>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21" name="">
            <a:extLst xmlns:a="http://schemas.openxmlformats.org/drawingml/2006/main">
              <a:ext uri="{FF2B5EF4-FFF2-40B4-BE49-F238E27FC236}">
                <a16:creationId xmlns:a16="http://schemas.microsoft.com/office/drawing/2014/main" id="{F39C35C1-3A42-4ABA-B7AE-E02AFB9DE3E4}"/>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757694692"/>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 name="">
            <a:extLst xmlns:a="http://schemas.openxmlformats.org/drawingml/2006/main">
              <a:ext uri="{FF2B5EF4-FFF2-40B4-BE49-F238E27FC236}">
                <a16:creationId xmlns:a16="http://schemas.microsoft.com/office/drawing/2014/main" id="{05381122-3952-4CEB-847F-EB9A342E06A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82EEE85-47C7-43E5-AFE9-5036A6DE1F39}"/>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B7AD2E0-9C37-4130-BF20-41037202E8C5}"/>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FEATURE 01 · DISCOVER</a:t>
            </a:r>
          </a:p>
        </p:txBody>
      </p:sp>
      <p:sp>
        <p:nvSpPr>
          <p:cNvPr id="4" name="">
            <a:extLst xmlns:a="http://schemas.openxmlformats.org/drawingml/2006/main">
              <a:ext uri="{FF2B5EF4-FFF2-40B4-BE49-F238E27FC236}">
                <a16:creationId xmlns:a16="http://schemas.microsoft.com/office/drawing/2014/main" id="{5302C4AF-EC45-4941-AF15-349708B8F36C}"/>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테마를 발견한 화면에서 상승 소재까지</a:t>
            </a:r>
          </a:p>
        </p:txBody>
      </p:sp>
      <p:sp>
        <p:nvSpPr>
          <p:cNvPr id="5" name="">
            <a:extLst xmlns:a="http://schemas.openxmlformats.org/drawingml/2006/main">
              <a:ext uri="{FF2B5EF4-FFF2-40B4-BE49-F238E27FC236}">
                <a16:creationId xmlns:a16="http://schemas.microsoft.com/office/drawing/2014/main" id="{ED14D54B-6170-4679-8DB1-C9C28857F5A2}"/>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04</a:t>
            </a:r>
          </a:p>
        </p:txBody>
      </p:sp>
      <p:sp>
        <p:nvSpPr>
          <p:cNvPr id="6" name="">
            <a:extLst xmlns:a="http://schemas.openxmlformats.org/drawingml/2006/main">
              <a:ext uri="{FF2B5EF4-FFF2-40B4-BE49-F238E27FC236}">
                <a16:creationId xmlns:a16="http://schemas.microsoft.com/office/drawing/2014/main" id="{9F1B60CE-5D18-4CDB-9242-B6CAA6A92107}"/>
              </a:ext>
            </a:extLst>
          </p:cNvPr>
          <p:cNvSpPr>
            <a:spLocks xmlns:a="http://schemas.openxmlformats.org/drawingml/2006/main" noGrp="1"/>
          </p:cNvSpPr>
          <p:nvPr/>
        </p:nvSpPr>
        <p:spPr>
          <a:xfrm xmlns:a="http://schemas.openxmlformats.org/drawingml/2006/main">
            <a:off x="876300" y="1219200"/>
            <a:ext cx="876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0">
                <a:solidFill>
                  <a:srgbClr val="000000"/>
                </a:solidFill>
                <a:latin typeface="NanumSquare"/>
                <a:ea typeface="NanumSquare"/>
                <a:cs typeface="NanumSquare"/>
              </a:defRPr>
            </a:pPr>
            <a:r>
              <a:rPr sz="1650" b="0">
                <a:solidFill>
                  <a:srgbClr val="000000"/>
                </a:solidFill>
                <a:latin typeface="NanumSquare"/>
                <a:ea typeface="NanumSquare"/>
                <a:cs typeface="NanumSquare"/>
              </a:rPr>
              <a:t>MTS 밖으로 나가던 정보 탐색을 서비스 안에서 끝냅니다.</a:t>
            </a:r>
          </a:p>
        </p:txBody>
      </p:sp>
      <p:sp>
        <p:nvSpPr>
          <p:cNvPr id="7" name="">
            <a:extLst xmlns:a="http://schemas.openxmlformats.org/drawingml/2006/main">
              <a:ext uri="{FF2B5EF4-FFF2-40B4-BE49-F238E27FC236}">
                <a16:creationId xmlns:a16="http://schemas.microsoft.com/office/drawing/2014/main" id="{2F47B406-DEF0-4F84-B4EE-618C3851F635}"/>
              </a:ext>
            </a:extLst>
          </p:cNvPr>
          <p:cNvSpPr>
            <a:spLocks xmlns:a="http://schemas.openxmlformats.org/drawingml/2006/main" noGrp="1"/>
          </p:cNvSpPr>
          <p:nvPr/>
        </p:nvSpPr>
        <p:spPr>
          <a:xfrm xmlns:a="http://schemas.openxmlformats.org/drawingml/2006/main">
            <a:off x="742950" y="1952625"/>
            <a:ext cx="4476750" cy="3257550"/>
          </a:xfrm>
          <a:prstGeom xmlns:a="http://schemas.openxmlformats.org/drawingml/2006/main" prst="roundRect">
            <a:avLst>
              <a:gd name="adj" fmla="val 6433"/>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46E9918D-F0CB-490F-AFE4-603A8BBE3C4E}"/>
              </a:ext>
            </a:extLst>
          </p:cNvPr>
          <p:cNvSpPr>
            <a:spLocks xmlns:a="http://schemas.openxmlformats.org/drawingml/2006/main" noGrp="1"/>
          </p:cNvSpPr>
          <p:nvPr/>
        </p:nvSpPr>
        <p:spPr>
          <a:xfrm xmlns:a="http://schemas.openxmlformats.org/drawingml/2006/main">
            <a:off x="1047750" y="2152650"/>
            <a:ext cx="381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기존 탐색</a:t>
            </a:r>
          </a:p>
        </p:txBody>
      </p:sp>
      <p:sp>
        <p:nvSpPr>
          <p:cNvPr id="9" name="">
            <a:extLst xmlns:a="http://schemas.openxmlformats.org/drawingml/2006/main">
              <a:ext uri="{FF2B5EF4-FFF2-40B4-BE49-F238E27FC236}">
                <a16:creationId xmlns:a16="http://schemas.microsoft.com/office/drawing/2014/main" id="{24B85F61-E453-4169-B943-ECC40D4A108D}"/>
              </a:ext>
            </a:extLst>
          </p:cNvPr>
          <p:cNvSpPr>
            <a:spLocks xmlns:a="http://schemas.openxmlformats.org/drawingml/2006/main" noGrp="1"/>
          </p:cNvSpPr>
          <p:nvPr/>
        </p:nvSpPr>
        <p:spPr>
          <a:xfrm xmlns:a="http://schemas.openxmlformats.org/drawingml/2006/main">
            <a:off x="1238250" y="2876550"/>
            <a:ext cx="11811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19050">
            <a:solidFill>
              <a:srgbClr val="401600"/>
            </a:solidFill>
            <a:prstDash val="solid"/>
          </a:ln>
        </p:spPr>
      </p:sp>
      <p:sp>
        <p:nvSpPr>
          <p:cNvPr id="10" name="">
            <a:extLst xmlns:a="http://schemas.openxmlformats.org/drawingml/2006/main">
              <a:ext uri="{FF2B5EF4-FFF2-40B4-BE49-F238E27FC236}">
                <a16:creationId xmlns:a16="http://schemas.microsoft.com/office/drawing/2014/main" id="{00926AC0-840C-451A-A0DD-DE7569304D9B}"/>
              </a:ext>
            </a:extLst>
          </p:cNvPr>
          <p:cNvSpPr>
            <a:spLocks xmlns:a="http://schemas.openxmlformats.org/drawingml/2006/main" noGrp="1"/>
          </p:cNvSpPr>
          <p:nvPr/>
        </p:nvSpPr>
        <p:spPr>
          <a:xfrm xmlns:a="http://schemas.openxmlformats.org/drawingml/2006/main">
            <a:off x="1238250" y="28765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MTS</a:t>
            </a:r>
          </a:p>
        </p:txBody>
      </p:sp>
      <p:sp>
        <p:nvSpPr>
          <p:cNvPr id="11" name="">
            <a:extLst xmlns:a="http://schemas.openxmlformats.org/drawingml/2006/main">
              <a:ext uri="{FF2B5EF4-FFF2-40B4-BE49-F238E27FC236}">
                <a16:creationId xmlns:a16="http://schemas.microsoft.com/office/drawing/2014/main" id="{651DBDBB-781B-4302-A69F-7616EA83359F}"/>
              </a:ext>
            </a:extLst>
          </p:cNvPr>
          <p:cNvSpPr>
            <a:spLocks xmlns:a="http://schemas.openxmlformats.org/drawingml/2006/main" noGrp="1"/>
          </p:cNvSpPr>
          <p:nvPr/>
        </p:nvSpPr>
        <p:spPr>
          <a:xfrm xmlns:a="http://schemas.openxmlformats.org/drawingml/2006/main">
            <a:off x="2476500" y="3019425"/>
            <a:ext cx="381000" cy="2667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2" name="">
            <a:extLst xmlns:a="http://schemas.openxmlformats.org/drawingml/2006/main">
              <a:ext uri="{FF2B5EF4-FFF2-40B4-BE49-F238E27FC236}">
                <a16:creationId xmlns:a16="http://schemas.microsoft.com/office/drawing/2014/main" id="{ADDEF5B1-C166-4375-B687-4381962BA0A2}"/>
              </a:ext>
            </a:extLst>
          </p:cNvPr>
          <p:cNvSpPr>
            <a:spLocks xmlns:a="http://schemas.openxmlformats.org/drawingml/2006/main" noGrp="1"/>
          </p:cNvSpPr>
          <p:nvPr/>
        </p:nvSpPr>
        <p:spPr>
          <a:xfrm xmlns:a="http://schemas.openxmlformats.org/drawingml/2006/main">
            <a:off x="2571750" y="3790950"/>
            <a:ext cx="11811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19050">
            <a:solidFill>
              <a:srgbClr val="401600"/>
            </a:solidFill>
            <a:prstDash val="solid"/>
          </a:ln>
        </p:spPr>
      </p:sp>
      <p:sp>
        <p:nvSpPr>
          <p:cNvPr id="13" name="">
            <a:extLst xmlns:a="http://schemas.openxmlformats.org/drawingml/2006/main">
              <a:ext uri="{FF2B5EF4-FFF2-40B4-BE49-F238E27FC236}">
                <a16:creationId xmlns:a16="http://schemas.microsoft.com/office/drawing/2014/main" id="{71BBF076-1621-4222-8E7E-1BF32CF00CBD}"/>
              </a:ext>
            </a:extLst>
          </p:cNvPr>
          <p:cNvSpPr>
            <a:spLocks xmlns:a="http://schemas.openxmlformats.org/drawingml/2006/main" noGrp="1"/>
          </p:cNvSpPr>
          <p:nvPr/>
        </p:nvSpPr>
        <p:spPr>
          <a:xfrm xmlns:a="http://schemas.openxmlformats.org/drawingml/2006/main">
            <a:off x="2571750" y="37909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포털 뉴스</a:t>
            </a:r>
          </a:p>
        </p:txBody>
      </p:sp>
      <p:sp>
        <p:nvSpPr>
          <p:cNvPr id="14" name="">
            <a:extLst xmlns:a="http://schemas.openxmlformats.org/drawingml/2006/main">
              <a:ext uri="{FF2B5EF4-FFF2-40B4-BE49-F238E27FC236}">
                <a16:creationId xmlns:a16="http://schemas.microsoft.com/office/drawing/2014/main" id="{C484EA90-3D87-4E10-865F-F0EA8E154636}"/>
              </a:ext>
            </a:extLst>
          </p:cNvPr>
          <p:cNvSpPr>
            <a:spLocks xmlns:a="http://schemas.openxmlformats.org/drawingml/2006/main" noGrp="1"/>
          </p:cNvSpPr>
          <p:nvPr/>
        </p:nvSpPr>
        <p:spPr>
          <a:xfrm xmlns:a="http://schemas.openxmlformats.org/drawingml/2006/main">
            <a:off x="3810000" y="3933825"/>
            <a:ext cx="381000" cy="2667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5" name="">
            <a:extLst xmlns:a="http://schemas.openxmlformats.org/drawingml/2006/main">
              <a:ext uri="{FF2B5EF4-FFF2-40B4-BE49-F238E27FC236}">
                <a16:creationId xmlns:a16="http://schemas.microsoft.com/office/drawing/2014/main" id="{EBF0D0C2-A35A-4E2B-BE17-34A85C72BB2B}"/>
              </a:ext>
            </a:extLst>
          </p:cNvPr>
          <p:cNvSpPr>
            <a:spLocks xmlns:a="http://schemas.openxmlformats.org/drawingml/2006/main" noGrp="1"/>
          </p:cNvSpPr>
          <p:nvPr/>
        </p:nvSpPr>
        <p:spPr>
          <a:xfrm xmlns:a="http://schemas.openxmlformats.org/drawingml/2006/main">
            <a:off x="3905250" y="2876550"/>
            <a:ext cx="11811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19050">
            <a:solidFill>
              <a:srgbClr val="401600"/>
            </a:solidFill>
            <a:prstDash val="solid"/>
          </a:ln>
        </p:spPr>
      </p:sp>
      <p:sp>
        <p:nvSpPr>
          <p:cNvPr id="16" name="">
            <a:extLst xmlns:a="http://schemas.openxmlformats.org/drawingml/2006/main">
              <a:ext uri="{FF2B5EF4-FFF2-40B4-BE49-F238E27FC236}">
                <a16:creationId xmlns:a16="http://schemas.microsoft.com/office/drawing/2014/main" id="{F7DF370D-6B60-42AA-BA5F-4BB0C9A507EF}"/>
              </a:ext>
            </a:extLst>
          </p:cNvPr>
          <p:cNvSpPr>
            <a:spLocks xmlns:a="http://schemas.openxmlformats.org/drawingml/2006/main" noGrp="1"/>
          </p:cNvSpPr>
          <p:nvPr/>
        </p:nvSpPr>
        <p:spPr>
          <a:xfrm xmlns:a="http://schemas.openxmlformats.org/drawingml/2006/main">
            <a:off x="3905250" y="2876550"/>
            <a:ext cx="11811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텔레그램</a:t>
            </a:r>
          </a:p>
        </p:txBody>
      </p:sp>
      <p:sp>
        <p:nvSpPr>
          <p:cNvPr id="17" name="">
            <a:extLst xmlns:a="http://schemas.openxmlformats.org/drawingml/2006/main">
              <a:ext uri="{FF2B5EF4-FFF2-40B4-BE49-F238E27FC236}">
                <a16:creationId xmlns:a16="http://schemas.microsoft.com/office/drawing/2014/main" id="{FAD8683D-0B3E-4BA1-938C-5FBF98C4A202}"/>
              </a:ext>
            </a:extLst>
          </p:cNvPr>
          <p:cNvSpPr>
            <a:spLocks xmlns:a="http://schemas.openxmlformats.org/drawingml/2006/main" noGrp="1"/>
          </p:cNvSpPr>
          <p:nvPr/>
        </p:nvSpPr>
        <p:spPr>
          <a:xfrm xmlns:a="http://schemas.openxmlformats.org/drawingml/2006/main">
            <a:off x="1905000" y="4305300"/>
            <a:ext cx="2095500" cy="552450"/>
          </a:xfrm>
          <a:prstGeom xmlns:a="http://schemas.openxmlformats.org/drawingml/2006/main" prst="roundRect">
            <a:avLst>
              <a:gd name="adj" fmla="val 27586"/>
            </a:avLst>
          </a:prstGeom>
          <a:solidFill xmlns:a="http://schemas.openxmlformats.org/drawingml/2006/main">
            <a:srgbClr val="FFFFFF"/>
          </a:solidFill>
          <a:ln xmlns:a="http://schemas.openxmlformats.org/drawingml/2006/main" w="19050">
            <a:solidFill>
              <a:srgbClr val="401600"/>
            </a:solidFill>
            <a:prstDash val="solid"/>
          </a:ln>
        </p:spPr>
      </p:sp>
      <p:sp>
        <p:nvSpPr>
          <p:cNvPr id="18" name="">
            <a:extLst xmlns:a="http://schemas.openxmlformats.org/drawingml/2006/main">
              <a:ext uri="{FF2B5EF4-FFF2-40B4-BE49-F238E27FC236}">
                <a16:creationId xmlns:a16="http://schemas.microsoft.com/office/drawing/2014/main" id="{B48EF034-05B0-4698-A6B0-09C9B55F9226}"/>
              </a:ext>
            </a:extLst>
          </p:cNvPr>
          <p:cNvSpPr>
            <a:spLocks xmlns:a="http://schemas.openxmlformats.org/drawingml/2006/main" noGrp="1"/>
          </p:cNvSpPr>
          <p:nvPr/>
        </p:nvSpPr>
        <p:spPr>
          <a:xfrm xmlns:a="http://schemas.openxmlformats.org/drawingml/2006/main">
            <a:off x="1905000" y="4305300"/>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종목 커뮤니티</a:t>
            </a:r>
          </a:p>
        </p:txBody>
      </p:sp>
      <p:sp>
        <p:nvSpPr>
          <p:cNvPr id="19" name="">
            <a:extLst xmlns:a="http://schemas.openxmlformats.org/drawingml/2006/main">
              <a:ext uri="{FF2B5EF4-FFF2-40B4-BE49-F238E27FC236}">
                <a16:creationId xmlns:a16="http://schemas.microsoft.com/office/drawing/2014/main" id="{6C2BE810-CDDD-4ECB-95FF-5B0A77B2D688}"/>
              </a:ext>
            </a:extLst>
          </p:cNvPr>
          <p:cNvSpPr>
            <a:spLocks xmlns:a="http://schemas.openxmlformats.org/drawingml/2006/main" noGrp="1"/>
          </p:cNvSpPr>
          <p:nvPr/>
        </p:nvSpPr>
        <p:spPr>
          <a:xfrm xmlns:a="http://schemas.openxmlformats.org/drawingml/2006/main">
            <a:off x="1047750" y="49149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화면 이동 · 맥락 단절 · 시간 소모</a:t>
            </a:r>
          </a:p>
        </p:txBody>
      </p:sp>
      <p:sp>
        <p:nvSpPr>
          <p:cNvPr id="20" name="">
            <a:extLst xmlns:a="http://schemas.openxmlformats.org/drawingml/2006/main">
              <a:ext uri="{FF2B5EF4-FFF2-40B4-BE49-F238E27FC236}">
                <a16:creationId xmlns:a16="http://schemas.microsoft.com/office/drawing/2014/main" id="{0F6D551B-AA9A-43E4-9BBC-4AF10E8938B6}"/>
              </a:ext>
            </a:extLst>
          </p:cNvPr>
          <p:cNvSpPr>
            <a:spLocks xmlns:a="http://schemas.openxmlformats.org/drawingml/2006/main" noGrp="1"/>
          </p:cNvSpPr>
          <p:nvPr/>
        </p:nvSpPr>
        <p:spPr>
          <a:xfrm xmlns:a="http://schemas.openxmlformats.org/drawingml/2006/main">
            <a:off x="5429250" y="3257550"/>
            <a:ext cx="666750" cy="4572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21" name="">
            <a:extLst xmlns:a="http://schemas.openxmlformats.org/drawingml/2006/main">
              <a:ext uri="{FF2B5EF4-FFF2-40B4-BE49-F238E27FC236}">
                <a16:creationId xmlns:a16="http://schemas.microsoft.com/office/drawing/2014/main" id="{F786AD1B-372A-4648-A7CE-A64A978E1928}"/>
              </a:ext>
            </a:extLst>
          </p:cNvPr>
          <p:cNvSpPr>
            <a:spLocks xmlns:a="http://schemas.openxmlformats.org/drawingml/2006/main" noGrp="1"/>
          </p:cNvSpPr>
          <p:nvPr/>
        </p:nvSpPr>
        <p:spPr>
          <a:xfrm xmlns:a="http://schemas.openxmlformats.org/drawingml/2006/main">
            <a:off x="6381750" y="1952625"/>
            <a:ext cx="5067300" cy="3257550"/>
          </a:xfrm>
          <a:prstGeom xmlns:a="http://schemas.openxmlformats.org/drawingml/2006/main" prst="roundRect">
            <a:avLst>
              <a:gd name="adj" fmla="val 6433"/>
            </a:avLst>
          </a:prstGeom>
          <a:solidFill xmlns:a="http://schemas.openxmlformats.org/drawingml/2006/main">
            <a:srgbClr val="4016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DE99228-B87A-4FEA-8FC8-6B2EE2D956A2}"/>
              </a:ext>
            </a:extLst>
          </p:cNvPr>
          <p:cNvSpPr>
            <a:spLocks xmlns:a="http://schemas.openxmlformats.org/drawingml/2006/main" noGrp="1"/>
          </p:cNvSpPr>
          <p:nvPr/>
        </p:nvSpPr>
        <p:spPr>
          <a:xfrm xmlns:a="http://schemas.openxmlformats.org/drawingml/2006/main">
            <a:off x="6705600" y="2152650"/>
            <a:ext cx="438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1">
                <a:solidFill>
                  <a:srgbClr val="FFFFFF"/>
                </a:solidFill>
                <a:latin typeface="NanumSquare"/>
                <a:ea typeface="NanumSquare"/>
                <a:cs typeface="NanumSquare"/>
              </a:defRPr>
            </a:pPr>
            <a:r>
              <a:rPr sz="1575" b="1">
                <a:solidFill>
                  <a:srgbClr val="FFFFFF"/>
                </a:solidFill>
                <a:latin typeface="NanumSquare"/>
                <a:ea typeface="NanumSquare"/>
                <a:cs typeface="NanumSquare"/>
              </a:rPr>
              <a:t>DAY-JA-VIEW</a:t>
            </a:r>
          </a:p>
        </p:txBody>
      </p:sp>
      <p:sp>
        <p:nvSpPr>
          <p:cNvPr id="23" name="">
            <a:extLst xmlns:a="http://schemas.openxmlformats.org/drawingml/2006/main">
              <a:ext uri="{FF2B5EF4-FFF2-40B4-BE49-F238E27FC236}">
                <a16:creationId xmlns:a16="http://schemas.microsoft.com/office/drawing/2014/main" id="{FE6E5E61-A2D7-433D-8A03-137CCD7C2774}"/>
              </a:ext>
            </a:extLst>
          </p:cNvPr>
          <p:cNvSpPr>
            <a:spLocks xmlns:a="http://schemas.openxmlformats.org/drawingml/2006/main" noGrp="1"/>
          </p:cNvSpPr>
          <p:nvPr/>
        </p:nvSpPr>
        <p:spPr>
          <a:xfrm xmlns:a="http://schemas.openxmlformats.org/drawingml/2006/main">
            <a:off x="6819900" y="2952750"/>
            <a:ext cx="190500" cy="190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EE54D98-8316-482C-B593-B28245559C7B}"/>
              </a:ext>
            </a:extLst>
          </p:cNvPr>
          <p:cNvSpPr>
            <a:spLocks xmlns:a="http://schemas.openxmlformats.org/drawingml/2006/main" noGrp="1"/>
          </p:cNvSpPr>
          <p:nvPr/>
        </p:nvSpPr>
        <p:spPr>
          <a:xfrm xmlns:a="http://schemas.openxmlformats.org/drawingml/2006/main">
            <a:off x="7162800" y="28194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강해지는 테마</a:t>
            </a:r>
          </a:p>
        </p:txBody>
      </p:sp>
      <p:sp>
        <p:nvSpPr>
          <p:cNvPr id="25" name="">
            <a:extLst xmlns:a="http://schemas.openxmlformats.org/drawingml/2006/main">
              <a:ext uri="{FF2B5EF4-FFF2-40B4-BE49-F238E27FC236}">
                <a16:creationId xmlns:a16="http://schemas.microsoft.com/office/drawing/2014/main" id="{C552C3F2-B87D-42DD-B92D-2193C5DE1C1C}"/>
              </a:ext>
            </a:extLst>
          </p:cNvPr>
          <p:cNvSpPr>
            <a:spLocks xmlns:a="http://schemas.openxmlformats.org/drawingml/2006/main" noGrp="1"/>
          </p:cNvSpPr>
          <p:nvPr/>
        </p:nvSpPr>
        <p:spPr>
          <a:xfrm xmlns:a="http://schemas.openxmlformats.org/drawingml/2006/main">
            <a:off x="9639300" y="2857500"/>
            <a:ext cx="125730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7A1E29EB-5BE8-4D63-A340-CB4B24DCD73B}"/>
              </a:ext>
            </a:extLst>
          </p:cNvPr>
          <p:cNvSpPr>
            <a:spLocks xmlns:a="http://schemas.openxmlformats.org/drawingml/2006/main" noGrp="1"/>
          </p:cNvSpPr>
          <p:nvPr/>
        </p:nvSpPr>
        <p:spPr>
          <a:xfrm xmlns:a="http://schemas.openxmlformats.org/drawingml/2006/main">
            <a:off x="9734550" y="285750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실시간 탐지</a:t>
            </a:r>
          </a:p>
        </p:txBody>
      </p:sp>
      <p:sp>
        <p:nvSpPr>
          <p:cNvPr id="27" name="">
            <a:extLst xmlns:a="http://schemas.openxmlformats.org/drawingml/2006/main">
              <a:ext uri="{FF2B5EF4-FFF2-40B4-BE49-F238E27FC236}">
                <a16:creationId xmlns:a16="http://schemas.microsoft.com/office/drawing/2014/main" id="{9486CD4B-626D-4B80-BDD3-A4D440005517}"/>
              </a:ext>
            </a:extLst>
          </p:cNvPr>
          <p:cNvSpPr>
            <a:spLocks xmlns:a="http://schemas.openxmlformats.org/drawingml/2006/main" noGrp="1"/>
          </p:cNvSpPr>
          <p:nvPr/>
        </p:nvSpPr>
        <p:spPr>
          <a:xfrm xmlns:a="http://schemas.openxmlformats.org/drawingml/2006/main">
            <a:off x="6819900" y="3695700"/>
            <a:ext cx="190500" cy="190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929B9EBE-902A-4F16-A1D1-2FC71D12AB70}"/>
              </a:ext>
            </a:extLst>
          </p:cNvPr>
          <p:cNvSpPr>
            <a:spLocks xmlns:a="http://schemas.openxmlformats.org/drawingml/2006/main" noGrp="1"/>
          </p:cNvSpPr>
          <p:nvPr/>
        </p:nvSpPr>
        <p:spPr>
          <a:xfrm xmlns:a="http://schemas.openxmlformats.org/drawingml/2006/main">
            <a:off x="7162800" y="356235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상승 뉴스·소재</a:t>
            </a:r>
          </a:p>
        </p:txBody>
      </p:sp>
      <p:sp>
        <p:nvSpPr>
          <p:cNvPr id="29" name="">
            <a:extLst xmlns:a="http://schemas.openxmlformats.org/drawingml/2006/main">
              <a:ext uri="{FF2B5EF4-FFF2-40B4-BE49-F238E27FC236}">
                <a16:creationId xmlns:a16="http://schemas.microsoft.com/office/drawing/2014/main" id="{845EFAEE-E181-4A3B-B66A-8CABA5DB0D3B}"/>
              </a:ext>
            </a:extLst>
          </p:cNvPr>
          <p:cNvSpPr>
            <a:spLocks xmlns:a="http://schemas.openxmlformats.org/drawingml/2006/main" noGrp="1"/>
          </p:cNvSpPr>
          <p:nvPr/>
        </p:nvSpPr>
        <p:spPr>
          <a:xfrm xmlns:a="http://schemas.openxmlformats.org/drawingml/2006/main">
            <a:off x="9639300" y="3600450"/>
            <a:ext cx="125730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76D4F33D-CFB1-407A-B6FF-4048CAEF4D80}"/>
              </a:ext>
            </a:extLst>
          </p:cNvPr>
          <p:cNvSpPr>
            <a:spLocks xmlns:a="http://schemas.openxmlformats.org/drawingml/2006/main" noGrp="1"/>
          </p:cNvSpPr>
          <p:nvPr/>
        </p:nvSpPr>
        <p:spPr>
          <a:xfrm xmlns:a="http://schemas.openxmlformats.org/drawingml/2006/main">
            <a:off x="9734550" y="360045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원인 연결</a:t>
            </a:r>
          </a:p>
        </p:txBody>
      </p:sp>
      <p:sp>
        <p:nvSpPr>
          <p:cNvPr id="31" name="">
            <a:extLst xmlns:a="http://schemas.openxmlformats.org/drawingml/2006/main">
              <a:ext uri="{FF2B5EF4-FFF2-40B4-BE49-F238E27FC236}">
                <a16:creationId xmlns:a16="http://schemas.microsoft.com/office/drawing/2014/main" id="{415FBF1D-6D7C-42B1-B1E2-F63AD7BC29E3}"/>
              </a:ext>
            </a:extLst>
          </p:cNvPr>
          <p:cNvSpPr>
            <a:spLocks xmlns:a="http://schemas.openxmlformats.org/drawingml/2006/main" noGrp="1"/>
          </p:cNvSpPr>
          <p:nvPr/>
        </p:nvSpPr>
        <p:spPr>
          <a:xfrm xmlns:a="http://schemas.openxmlformats.org/drawingml/2006/main">
            <a:off x="6819900" y="4438650"/>
            <a:ext cx="190500" cy="190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F82DA95-6125-4AC6-BF70-BFA6B3BE997F}"/>
              </a:ext>
            </a:extLst>
          </p:cNvPr>
          <p:cNvSpPr>
            <a:spLocks xmlns:a="http://schemas.openxmlformats.org/drawingml/2006/main" noGrp="1"/>
          </p:cNvSpPr>
          <p:nvPr/>
        </p:nvSpPr>
        <p:spPr>
          <a:xfrm xmlns:a="http://schemas.openxmlformats.org/drawingml/2006/main">
            <a:off x="7162800" y="4305300"/>
            <a:ext cx="2095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주도주·확산</a:t>
            </a:r>
          </a:p>
        </p:txBody>
      </p:sp>
      <p:sp>
        <p:nvSpPr>
          <p:cNvPr id="33" name="">
            <a:extLst xmlns:a="http://schemas.openxmlformats.org/drawingml/2006/main">
              <a:ext uri="{FF2B5EF4-FFF2-40B4-BE49-F238E27FC236}">
                <a16:creationId xmlns:a16="http://schemas.microsoft.com/office/drawing/2014/main" id="{5D81A3C8-1C54-46DA-80AE-495D27D5120D}"/>
              </a:ext>
            </a:extLst>
          </p:cNvPr>
          <p:cNvSpPr>
            <a:spLocks xmlns:a="http://schemas.openxmlformats.org/drawingml/2006/main" noGrp="1"/>
          </p:cNvSpPr>
          <p:nvPr/>
        </p:nvSpPr>
        <p:spPr>
          <a:xfrm xmlns:a="http://schemas.openxmlformats.org/drawingml/2006/main">
            <a:off x="9639300" y="4343400"/>
            <a:ext cx="125730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509D3FB-2001-4542-842D-4F2E14B44E8F}"/>
              </a:ext>
            </a:extLst>
          </p:cNvPr>
          <p:cNvSpPr>
            <a:spLocks xmlns:a="http://schemas.openxmlformats.org/drawingml/2006/main" noGrp="1"/>
          </p:cNvSpPr>
          <p:nvPr/>
        </p:nvSpPr>
        <p:spPr>
          <a:xfrm xmlns:a="http://schemas.openxmlformats.org/drawingml/2006/main">
            <a:off x="9734550" y="4343400"/>
            <a:ext cx="106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반응 확인</a:t>
            </a:r>
          </a:p>
        </p:txBody>
      </p:sp>
      <p:sp>
        <p:nvSpPr>
          <p:cNvPr id="35" name="">
            <a:extLst xmlns:a="http://schemas.openxmlformats.org/drawingml/2006/main">
              <a:ext uri="{FF2B5EF4-FFF2-40B4-BE49-F238E27FC236}">
                <a16:creationId xmlns:a16="http://schemas.microsoft.com/office/drawing/2014/main" id="{85B708A2-9B83-43F3-A13B-56024EC4296F}"/>
              </a:ext>
            </a:extLst>
          </p:cNvPr>
          <p:cNvSpPr>
            <a:spLocks xmlns:a="http://schemas.openxmlformats.org/drawingml/2006/main" noGrp="1"/>
          </p:cNvSpPr>
          <p:nvPr/>
        </p:nvSpPr>
        <p:spPr>
          <a:xfrm xmlns:a="http://schemas.openxmlformats.org/drawingml/2006/main" flipH="0" flipV="0">
            <a:off x="6705600" y="4657725"/>
            <a:ext cx="4381500" cy="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36" name="">
            <a:extLst xmlns:a="http://schemas.openxmlformats.org/drawingml/2006/main">
              <a:ext uri="{FF2B5EF4-FFF2-40B4-BE49-F238E27FC236}">
                <a16:creationId xmlns:a16="http://schemas.microsoft.com/office/drawing/2014/main" id="{EADD47B2-F5CF-49F5-8026-066CC27162DB}"/>
              </a:ext>
            </a:extLst>
          </p:cNvPr>
          <p:cNvSpPr>
            <a:spLocks xmlns:a="http://schemas.openxmlformats.org/drawingml/2006/main" noGrp="1"/>
          </p:cNvSpPr>
          <p:nvPr/>
        </p:nvSpPr>
        <p:spPr>
          <a:xfrm xmlns:a="http://schemas.openxmlformats.org/drawingml/2006/main">
            <a:off x="6705600" y="4733925"/>
            <a:ext cx="4381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소재 찾는 시간은 줄이고, 판단 시간은 늘립니다.</a:t>
            </a:r>
          </a:p>
        </p:txBody>
      </p:sp>
      <p:sp>
        <p:nvSpPr>
          <p:cNvPr id="37" name="">
            <a:extLst xmlns:a="http://schemas.openxmlformats.org/drawingml/2006/main">
              <a:ext uri="{FF2B5EF4-FFF2-40B4-BE49-F238E27FC236}">
                <a16:creationId xmlns:a16="http://schemas.microsoft.com/office/drawing/2014/main" id="{76B46305-DE3B-45E9-AC79-5000709BF748}"/>
              </a:ext>
            </a:extLst>
          </p:cNvPr>
          <p:cNvSpPr>
            <a:spLocks xmlns:a="http://schemas.openxmlformats.org/drawingml/2006/main" noGrp="1"/>
          </p:cNvSpPr>
          <p:nvPr/>
        </p:nvSpPr>
        <p:spPr>
          <a:xfrm xmlns:a="http://schemas.openxmlformats.org/drawingml/2006/main">
            <a:off x="2457450" y="5572125"/>
            <a:ext cx="7277100" cy="5143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DEABBF64-CB37-48C1-AB14-ED75B4E3806B}"/>
              </a:ext>
            </a:extLst>
          </p:cNvPr>
          <p:cNvSpPr>
            <a:spLocks xmlns:a="http://schemas.openxmlformats.org/drawingml/2006/main" noGrp="1"/>
          </p:cNvSpPr>
          <p:nvPr/>
        </p:nvSpPr>
        <p:spPr>
          <a:xfrm xmlns:a="http://schemas.openxmlformats.org/drawingml/2006/main">
            <a:off x="2647950" y="5572125"/>
            <a:ext cx="68961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FFFFF"/>
                </a:solidFill>
                <a:latin typeface="NanumSquare"/>
                <a:ea typeface="NanumSquare"/>
                <a:cs typeface="NanumSquare"/>
              </a:defRPr>
            </a:pPr>
            <a:r>
              <a:rPr sz="1500" b="1">
                <a:solidFill>
                  <a:srgbClr val="FFFFFF"/>
                </a:solidFill>
                <a:latin typeface="NanumSquare"/>
                <a:ea typeface="NanumSquare"/>
                <a:cs typeface="NanumSquare"/>
              </a:rPr>
              <a:t>무엇이 움직이는지부터 왜 움직이는지까지, 한 화면에서</a:t>
            </a:r>
          </a:p>
        </p:txBody>
      </p:sp>
      <p:sp>
        <p:nvSpPr>
          <p:cNvPr id="39" name="">
            <a:extLst xmlns:a="http://schemas.openxmlformats.org/drawingml/2006/main">
              <a:ext uri="{FF2B5EF4-FFF2-40B4-BE49-F238E27FC236}">
                <a16:creationId xmlns:a16="http://schemas.microsoft.com/office/drawing/2014/main" id="{274F1225-0976-4D55-8BA9-BC117787427C}"/>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40" name="">
            <a:extLst xmlns:a="http://schemas.openxmlformats.org/drawingml/2006/main">
              <a:ext uri="{FF2B5EF4-FFF2-40B4-BE49-F238E27FC236}">
                <a16:creationId xmlns:a16="http://schemas.microsoft.com/office/drawing/2014/main" id="{61472572-E666-4BBA-9FA6-8C6785CB36BA}"/>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31442934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F98F0F97-7217-44F5-85AE-FACEC257D77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224A21E-C8CF-4A76-BC70-797A2334189D}"/>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454711-8446-4870-8F12-A607BF50EDCF}"/>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FEATURE 02 · STUDY</a:t>
            </a:r>
          </a:p>
        </p:txBody>
      </p:sp>
      <p:sp>
        <p:nvSpPr>
          <p:cNvPr id="4" name="">
            <a:extLst xmlns:a="http://schemas.openxmlformats.org/drawingml/2006/main">
              <a:ext uri="{FF2B5EF4-FFF2-40B4-BE49-F238E27FC236}">
                <a16:creationId xmlns:a16="http://schemas.microsoft.com/office/drawing/2014/main" id="{F48F635A-8FA7-4DFF-9F93-43538EF0504A}"/>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과거 반응이 오늘 소재의 ‘급’을 보여줍니다</a:t>
            </a:r>
          </a:p>
        </p:txBody>
      </p:sp>
      <p:sp>
        <p:nvSpPr>
          <p:cNvPr id="5" name="">
            <a:extLst xmlns:a="http://schemas.openxmlformats.org/drawingml/2006/main">
              <a:ext uri="{FF2B5EF4-FFF2-40B4-BE49-F238E27FC236}">
                <a16:creationId xmlns:a16="http://schemas.microsoft.com/office/drawing/2014/main" id="{92CE571A-105B-466B-8267-66AF9D03F7F5}"/>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05</a:t>
            </a:r>
          </a:p>
        </p:txBody>
      </p:sp>
      <p:sp>
        <p:nvSpPr>
          <p:cNvPr id="6" name="">
            <a:extLst xmlns:a="http://schemas.openxmlformats.org/drawingml/2006/main">
              <a:ext uri="{FF2B5EF4-FFF2-40B4-BE49-F238E27FC236}">
                <a16:creationId xmlns:a16="http://schemas.microsoft.com/office/drawing/2014/main" id="{3F89051C-620B-46B8-A336-B50E3982454D}"/>
              </a:ext>
            </a:extLst>
          </p:cNvPr>
          <p:cNvSpPr>
            <a:spLocks xmlns:a="http://schemas.openxmlformats.org/drawingml/2006/main" noGrp="1"/>
          </p:cNvSpPr>
          <p:nvPr/>
        </p:nvSpPr>
        <p:spPr>
          <a:xfrm xmlns:a="http://schemas.openxmlformats.org/drawingml/2006/main">
            <a:off x="876300" y="121920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650" b="0">
                <a:solidFill>
                  <a:srgbClr val="000000"/>
                </a:solidFill>
                <a:latin typeface="NanumSquare"/>
                <a:ea typeface="NanumSquare"/>
                <a:cs typeface="NanumSquare"/>
              </a:defRPr>
            </a:pPr>
            <a:r>
              <a:rPr sz="1650" b="0">
                <a:solidFill>
                  <a:srgbClr val="000000"/>
                </a:solidFill>
                <a:latin typeface="NanumSquare"/>
                <a:ea typeface="NanumSquare"/>
                <a:cs typeface="NanumSquare"/>
              </a:rPr>
              <a:t>비슷한 말이 아니라, 비슷한 사건 구조와 실제 가격 결과를 비교합니다.</a:t>
            </a:r>
          </a:p>
        </p:txBody>
      </p:sp>
      <p:sp>
        <p:nvSpPr>
          <p:cNvPr id="7" name="">
            <a:extLst xmlns:a="http://schemas.openxmlformats.org/drawingml/2006/main">
              <a:ext uri="{FF2B5EF4-FFF2-40B4-BE49-F238E27FC236}">
                <a16:creationId xmlns:a16="http://schemas.microsoft.com/office/drawing/2014/main" id="{8D4E58CF-BEE2-4630-ACB2-EFB72071AAAF}"/>
              </a:ext>
            </a:extLst>
          </p:cNvPr>
          <p:cNvSpPr>
            <a:spLocks xmlns:a="http://schemas.openxmlformats.org/drawingml/2006/main" noGrp="1"/>
          </p:cNvSpPr>
          <p:nvPr/>
        </p:nvSpPr>
        <p:spPr>
          <a:xfrm xmlns:a="http://schemas.openxmlformats.org/drawingml/2006/main">
            <a:off x="742950" y="2000250"/>
            <a:ext cx="2362200" cy="2667000"/>
          </a:xfrm>
          <a:prstGeom xmlns:a="http://schemas.openxmlformats.org/drawingml/2006/main" prst="roundRect">
            <a:avLst>
              <a:gd name="adj" fmla="val 8871"/>
            </a:avLst>
          </a:prstGeom>
          <a:solidFill xmlns:a="http://schemas.openxmlformats.org/drawingml/2006/main">
            <a:srgbClr val="FD9F2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3BC9079-125A-4468-9DB3-6185293266F2}"/>
              </a:ext>
            </a:extLst>
          </p:cNvPr>
          <p:cNvSpPr>
            <a:spLocks xmlns:a="http://schemas.openxmlformats.org/drawingml/2006/main" noGrp="1"/>
          </p:cNvSpPr>
          <p:nvPr/>
        </p:nvSpPr>
        <p:spPr>
          <a:xfrm xmlns:a="http://schemas.openxmlformats.org/drawingml/2006/main">
            <a:off x="990600" y="22098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TODAY EVENT</a:t>
            </a:r>
          </a:p>
        </p:txBody>
      </p:sp>
      <p:sp>
        <p:nvSpPr>
          <p:cNvPr id="9" name="">
            <a:extLst xmlns:a="http://schemas.openxmlformats.org/drawingml/2006/main">
              <a:ext uri="{FF2B5EF4-FFF2-40B4-BE49-F238E27FC236}">
                <a16:creationId xmlns:a16="http://schemas.microsoft.com/office/drawing/2014/main" id="{E20417C3-DA98-4A24-81D6-EC9288FE59FA}"/>
              </a:ext>
            </a:extLst>
          </p:cNvPr>
          <p:cNvSpPr>
            <a:spLocks xmlns:a="http://schemas.openxmlformats.org/drawingml/2006/main" noGrp="1"/>
          </p:cNvSpPr>
          <p:nvPr/>
        </p:nvSpPr>
        <p:spPr>
          <a:xfrm xmlns:a="http://schemas.openxmlformats.org/drawingml/2006/main">
            <a:off x="990600" y="2781300"/>
            <a:ext cx="18669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47826"/>
              </a:lnSpc>
              <a:buNone/>
              <a:defRPr sz="1725" b="1">
                <a:solidFill>
                  <a:srgbClr val="FFFFFF"/>
                </a:solidFill>
                <a:latin typeface="NanumSquare"/>
                <a:ea typeface="NanumSquare"/>
                <a:cs typeface="NanumSquare"/>
              </a:defRPr>
            </a:pPr>
            <a:r>
              <a:rPr sz="1725" b="1">
                <a:solidFill>
                  <a:srgbClr val="FFFFFF"/>
                </a:solidFill>
                <a:latin typeface="NanumSquare"/>
                <a:ea typeface="NanumSquare"/>
                <a:cs typeface="NanumSquare"/>
              </a:rPr>
              <a:t>정부</a:t>
            </a:r>
          </a:p>
          <a:p xmlns:a="http://schemas.openxmlformats.org/drawingml/2006/main">
            <a:pPr algn="ctr">
              <a:lnSpc>
                <a:spcPct val="147826"/>
              </a:lnSpc>
              <a:buNone/>
              <a:defRPr sz="1725" b="1">
                <a:solidFill>
                  <a:srgbClr val="FFFFFF"/>
                </a:solidFill>
                <a:latin typeface="NanumSquare"/>
                <a:ea typeface="NanumSquare"/>
                <a:cs typeface="NanumSquare"/>
              </a:defRPr>
            </a:pPr>
            <a:r>
              <a:rPr sz="1725" b="1">
                <a:solidFill>
                  <a:srgbClr val="FFFFFF"/>
                </a:solidFill>
                <a:latin typeface="NanumSquare"/>
                <a:ea typeface="NanumSquare"/>
                <a:cs typeface="NanumSquare"/>
              </a:rPr>
              <a:t>로봇산업 지원 정책</a:t>
            </a:r>
          </a:p>
        </p:txBody>
      </p:sp>
      <p:sp>
        <p:nvSpPr>
          <p:cNvPr id="10" name="">
            <a:extLst xmlns:a="http://schemas.openxmlformats.org/drawingml/2006/main">
              <a:ext uri="{FF2B5EF4-FFF2-40B4-BE49-F238E27FC236}">
                <a16:creationId xmlns:a16="http://schemas.microsoft.com/office/drawing/2014/main" id="{7CC50FE0-3791-4E41-B967-04B4CFEA8F04}"/>
              </a:ext>
            </a:extLst>
          </p:cNvPr>
          <p:cNvSpPr>
            <a:spLocks xmlns:a="http://schemas.openxmlformats.org/drawingml/2006/main" noGrp="1"/>
          </p:cNvSpPr>
          <p:nvPr/>
        </p:nvSpPr>
        <p:spPr>
          <a:xfrm xmlns:a="http://schemas.openxmlformats.org/drawingml/2006/main" flipH="0" flipV="0">
            <a:off x="1123950" y="3771900"/>
            <a:ext cx="1600200" cy="0"/>
          </a:xfrm>
          <a:prstGeom xmlns:a="http://schemas.openxmlformats.org/drawingml/2006/main" prst="line">
            <a:avLst/>
          </a:prstGeom>
          <a:noFill xmlns:a="http://schemas.openxmlformats.org/drawingml/2006/main"/>
          <a:ln xmlns:a="http://schemas.openxmlformats.org/drawingml/2006/main" w="19050">
            <a:solidFill>
              <a:srgbClr val="FFFFFF"/>
            </a:solidFill>
            <a:prstDash val="solid"/>
          </a:ln>
        </p:spPr>
      </p:sp>
      <p:sp>
        <p:nvSpPr>
          <p:cNvPr id="11" name="">
            <a:extLst xmlns:a="http://schemas.openxmlformats.org/drawingml/2006/main">
              <a:ext uri="{FF2B5EF4-FFF2-40B4-BE49-F238E27FC236}">
                <a16:creationId xmlns:a16="http://schemas.microsoft.com/office/drawing/2014/main" id="{ADED7A7A-B308-4B11-8234-E59AAC91C201}"/>
              </a:ext>
            </a:extLst>
          </p:cNvPr>
          <p:cNvSpPr>
            <a:spLocks xmlns:a="http://schemas.openxmlformats.org/drawingml/2006/main" noGrp="1"/>
          </p:cNvSpPr>
          <p:nvPr/>
        </p:nvSpPr>
        <p:spPr>
          <a:xfrm xmlns:a="http://schemas.openxmlformats.org/drawingml/2006/main">
            <a:off x="990600" y="3943350"/>
            <a:ext cx="18669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6667"/>
          </a:bodyPr>
          <a:lstStyle xmlns:a="http://schemas.openxmlformats.org/drawingml/2006/main"/>
          <a:p xmlns:a="http://schemas.openxmlformats.org/drawingml/2006/main">
            <a:pPr algn="ctr">
              <a:lnSpc>
                <a:spcPct val="15625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정책 · 정부</a:t>
            </a:r>
          </a:p>
          <a:p xmlns:a="http://schemas.openxmlformats.org/drawingml/2006/main">
            <a:pPr algn="ctr">
              <a:lnSpc>
                <a:spcPct val="15625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기대 단계</a:t>
            </a:r>
          </a:p>
        </p:txBody>
      </p:sp>
      <p:sp>
        <p:nvSpPr>
          <p:cNvPr id="12" name="">
            <a:extLst xmlns:a="http://schemas.openxmlformats.org/drawingml/2006/main">
              <a:ext uri="{FF2B5EF4-FFF2-40B4-BE49-F238E27FC236}">
                <a16:creationId xmlns:a16="http://schemas.microsoft.com/office/drawing/2014/main" id="{AAEBAC8E-6B22-4BC4-9927-2AD156CDC6A4}"/>
              </a:ext>
            </a:extLst>
          </p:cNvPr>
          <p:cNvSpPr>
            <a:spLocks xmlns:a="http://schemas.openxmlformats.org/drawingml/2006/main" noGrp="1"/>
          </p:cNvSpPr>
          <p:nvPr/>
        </p:nvSpPr>
        <p:spPr>
          <a:xfrm xmlns:a="http://schemas.openxmlformats.org/drawingml/2006/main">
            <a:off x="3276600" y="3028950"/>
            <a:ext cx="571500" cy="4381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3" name="">
            <a:extLst xmlns:a="http://schemas.openxmlformats.org/drawingml/2006/main">
              <a:ext uri="{FF2B5EF4-FFF2-40B4-BE49-F238E27FC236}">
                <a16:creationId xmlns:a16="http://schemas.microsoft.com/office/drawing/2014/main" id="{06ABAE54-48A0-4F12-9ED8-6EDAF1261514}"/>
              </a:ext>
            </a:extLst>
          </p:cNvPr>
          <p:cNvSpPr>
            <a:spLocks xmlns:a="http://schemas.openxmlformats.org/drawingml/2006/main" noGrp="1"/>
          </p:cNvSpPr>
          <p:nvPr/>
        </p:nvSpPr>
        <p:spPr>
          <a:xfrm xmlns:a="http://schemas.openxmlformats.org/drawingml/2006/main">
            <a:off x="3105150" y="3543300"/>
            <a:ext cx="914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401600"/>
                </a:solidFill>
                <a:latin typeface="NanumSquare"/>
                <a:ea typeface="NanumSquare"/>
                <a:cs typeface="NanumSquare"/>
              </a:defRPr>
            </a:pPr>
            <a:r>
              <a:rPr sz="975" b="1">
                <a:solidFill>
                  <a:srgbClr val="401600"/>
                </a:solidFill>
                <a:latin typeface="NanumSquare"/>
                <a:ea typeface="NanumSquare"/>
                <a:cs typeface="NanumSquare"/>
              </a:rPr>
              <a:t>구조 비교</a:t>
            </a:r>
          </a:p>
        </p:txBody>
      </p:sp>
      <p:sp>
        <p:nvSpPr>
          <p:cNvPr id="14" name="">
            <a:extLst xmlns:a="http://schemas.openxmlformats.org/drawingml/2006/main">
              <a:ext uri="{FF2B5EF4-FFF2-40B4-BE49-F238E27FC236}">
                <a16:creationId xmlns:a16="http://schemas.microsoft.com/office/drawing/2014/main" id="{C66D22A3-B710-4C5D-827D-4D10225763BF}"/>
              </a:ext>
            </a:extLst>
          </p:cNvPr>
          <p:cNvSpPr>
            <a:spLocks xmlns:a="http://schemas.openxmlformats.org/drawingml/2006/main" noGrp="1"/>
          </p:cNvSpPr>
          <p:nvPr/>
        </p:nvSpPr>
        <p:spPr>
          <a:xfrm xmlns:a="http://schemas.openxmlformats.org/drawingml/2006/main">
            <a:off x="4095750" y="1847850"/>
            <a:ext cx="4095750" cy="2990850"/>
          </a:xfrm>
          <a:prstGeom xmlns:a="http://schemas.openxmlformats.org/drawingml/2006/main" prst="roundRect">
            <a:avLst>
              <a:gd name="adj" fmla="val 7006"/>
            </a:avLst>
          </a:prstGeom>
          <a:solidFill xmlns:a="http://schemas.openxmlformats.org/drawingml/2006/main">
            <a:srgbClr val="EEEE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7E51379-F6E1-4C62-8B8A-3DEF43CFCA9D}"/>
              </a:ext>
            </a:extLst>
          </p:cNvPr>
          <p:cNvSpPr>
            <a:spLocks xmlns:a="http://schemas.openxmlformats.org/drawingml/2006/main" noGrp="1"/>
          </p:cNvSpPr>
          <p:nvPr/>
        </p:nvSpPr>
        <p:spPr>
          <a:xfrm xmlns:a="http://schemas.openxmlformats.org/drawingml/2006/main">
            <a:off x="4400550" y="2057400"/>
            <a:ext cx="34861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SIMILAR PAST EVENTS</a:t>
            </a:r>
          </a:p>
        </p:txBody>
      </p:sp>
      <p:sp>
        <p:nvSpPr>
          <p:cNvPr id="16" name="">
            <a:extLst xmlns:a="http://schemas.openxmlformats.org/drawingml/2006/main">
              <a:ext uri="{FF2B5EF4-FFF2-40B4-BE49-F238E27FC236}">
                <a16:creationId xmlns:a16="http://schemas.microsoft.com/office/drawing/2014/main" id="{66243A4B-7991-4ED5-9321-16A3C7DC7BFA}"/>
              </a:ext>
            </a:extLst>
          </p:cNvPr>
          <p:cNvSpPr>
            <a:spLocks xmlns:a="http://schemas.openxmlformats.org/drawingml/2006/main" noGrp="1"/>
          </p:cNvSpPr>
          <p:nvPr/>
        </p:nvSpPr>
        <p:spPr>
          <a:xfrm xmlns:a="http://schemas.openxmlformats.org/drawingml/2006/main">
            <a:off x="4362450" y="2533650"/>
            <a:ext cx="3562350" cy="552450"/>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B5288529-1E4D-4151-B58B-F17E431F69F1}"/>
              </a:ext>
            </a:extLst>
          </p:cNvPr>
          <p:cNvSpPr>
            <a:spLocks xmlns:a="http://schemas.openxmlformats.org/drawingml/2006/main" noGrp="1"/>
          </p:cNvSpPr>
          <p:nvPr/>
        </p:nvSpPr>
        <p:spPr>
          <a:xfrm xmlns:a="http://schemas.openxmlformats.org/drawingml/2006/main">
            <a:off x="4533900" y="25336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정책 지원 기대</a:t>
            </a:r>
          </a:p>
        </p:txBody>
      </p:sp>
      <p:sp>
        <p:nvSpPr>
          <p:cNvPr id="18" name="">
            <a:extLst xmlns:a="http://schemas.openxmlformats.org/drawingml/2006/main">
              <a:ext uri="{FF2B5EF4-FFF2-40B4-BE49-F238E27FC236}">
                <a16:creationId xmlns:a16="http://schemas.microsoft.com/office/drawing/2014/main" id="{E199E321-EFFB-4271-BE82-80767349840F}"/>
              </a:ext>
            </a:extLst>
          </p:cNvPr>
          <p:cNvSpPr>
            <a:spLocks xmlns:a="http://schemas.openxmlformats.org/drawingml/2006/main" noGrp="1"/>
          </p:cNvSpPr>
          <p:nvPr/>
        </p:nvSpPr>
        <p:spPr>
          <a:xfrm xmlns:a="http://schemas.openxmlformats.org/drawingml/2006/main">
            <a:off x="5867400" y="2533650"/>
            <a:ext cx="91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0">
                <a:solidFill>
                  <a:srgbClr val="000000"/>
                </a:solidFill>
                <a:latin typeface="NanumSquare"/>
                <a:ea typeface="NanumSquare"/>
                <a:cs typeface="NanumSquare"/>
              </a:defRPr>
            </a:pPr>
            <a:r>
              <a:rPr sz="900" b="0">
                <a:solidFill>
                  <a:srgbClr val="000000"/>
                </a:solidFill>
                <a:latin typeface="NanumSquare"/>
                <a:ea typeface="NanumSquare"/>
                <a:cs typeface="NanumSquare"/>
              </a:rPr>
              <a:t>유사도 0.91</a:t>
            </a:r>
          </a:p>
        </p:txBody>
      </p:sp>
      <p:sp>
        <p:nvSpPr>
          <p:cNvPr id="19" name="">
            <a:extLst xmlns:a="http://schemas.openxmlformats.org/drawingml/2006/main">
              <a:ext uri="{FF2B5EF4-FFF2-40B4-BE49-F238E27FC236}">
                <a16:creationId xmlns:a16="http://schemas.microsoft.com/office/drawing/2014/main" id="{4C66092A-4210-4FC3-B50F-F9B5AAEEE4BF}"/>
              </a:ext>
            </a:extLst>
          </p:cNvPr>
          <p:cNvSpPr>
            <a:spLocks xmlns:a="http://schemas.openxmlformats.org/drawingml/2006/main" noGrp="1"/>
          </p:cNvSpPr>
          <p:nvPr/>
        </p:nvSpPr>
        <p:spPr>
          <a:xfrm xmlns:a="http://schemas.openxmlformats.org/drawingml/2006/main">
            <a:off x="6667500" y="25336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+7.4%</a:t>
            </a:r>
          </a:p>
        </p:txBody>
      </p:sp>
      <p:sp>
        <p:nvSpPr>
          <p:cNvPr id="20" name="">
            <a:extLst xmlns:a="http://schemas.openxmlformats.org/drawingml/2006/main">
              <a:ext uri="{FF2B5EF4-FFF2-40B4-BE49-F238E27FC236}">
                <a16:creationId xmlns:a16="http://schemas.microsoft.com/office/drawing/2014/main" id="{7FFA1E35-2F35-44D4-BB17-E7CB7DC01D86}"/>
              </a:ext>
            </a:extLst>
          </p:cNvPr>
          <p:cNvSpPr>
            <a:spLocks xmlns:a="http://schemas.openxmlformats.org/drawingml/2006/main" noGrp="1"/>
          </p:cNvSpPr>
          <p:nvPr/>
        </p:nvSpPr>
        <p:spPr>
          <a:xfrm xmlns:a="http://schemas.openxmlformats.org/drawingml/2006/main">
            <a:off x="7086600" y="25336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+12.8%</a:t>
            </a:r>
          </a:p>
        </p:txBody>
      </p:sp>
      <p:sp>
        <p:nvSpPr>
          <p:cNvPr id="21" name="">
            <a:extLst xmlns:a="http://schemas.openxmlformats.org/drawingml/2006/main">
              <a:ext uri="{FF2B5EF4-FFF2-40B4-BE49-F238E27FC236}">
                <a16:creationId xmlns:a16="http://schemas.microsoft.com/office/drawing/2014/main" id="{9AE00B0E-4735-4D21-9C1F-2273E6F5DDD7}"/>
              </a:ext>
            </a:extLst>
          </p:cNvPr>
          <p:cNvSpPr>
            <a:spLocks xmlns:a="http://schemas.openxmlformats.org/drawingml/2006/main" noGrp="1"/>
          </p:cNvSpPr>
          <p:nvPr/>
        </p:nvSpPr>
        <p:spPr>
          <a:xfrm xmlns:a="http://schemas.openxmlformats.org/drawingml/2006/main">
            <a:off x="7505700" y="25336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000000"/>
                </a:solidFill>
                <a:latin typeface="NanumSquare"/>
                <a:ea typeface="NanumSquare"/>
                <a:cs typeface="NanumSquare"/>
              </a:defRPr>
            </a:pPr>
            <a:r>
              <a:rPr sz="900" b="1">
                <a:solidFill>
                  <a:srgbClr val="000000"/>
                </a:solidFill>
                <a:latin typeface="NanumSquare"/>
                <a:ea typeface="NanumSquare"/>
                <a:cs typeface="NanumSquare"/>
              </a:rPr>
              <a:t>+8.6%</a:t>
            </a:r>
          </a:p>
        </p:txBody>
      </p:sp>
      <p:sp>
        <p:nvSpPr>
          <p:cNvPr id="22" name="">
            <a:extLst xmlns:a="http://schemas.openxmlformats.org/drawingml/2006/main">
              <a:ext uri="{FF2B5EF4-FFF2-40B4-BE49-F238E27FC236}">
                <a16:creationId xmlns:a16="http://schemas.microsoft.com/office/drawing/2014/main" id="{31247B71-0D5D-4F09-B94B-B05DFB2357C7}"/>
              </a:ext>
            </a:extLst>
          </p:cNvPr>
          <p:cNvSpPr>
            <a:spLocks xmlns:a="http://schemas.openxmlformats.org/drawingml/2006/main" noGrp="1"/>
          </p:cNvSpPr>
          <p:nvPr/>
        </p:nvSpPr>
        <p:spPr>
          <a:xfrm xmlns:a="http://schemas.openxmlformats.org/drawingml/2006/main">
            <a:off x="4362450" y="3219450"/>
            <a:ext cx="3562350" cy="552450"/>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4023B84-DAEA-4421-A5C9-29616241C37D}"/>
              </a:ext>
            </a:extLst>
          </p:cNvPr>
          <p:cNvSpPr>
            <a:spLocks xmlns:a="http://schemas.openxmlformats.org/drawingml/2006/main" noGrp="1"/>
          </p:cNvSpPr>
          <p:nvPr/>
        </p:nvSpPr>
        <p:spPr>
          <a:xfrm xmlns:a="http://schemas.openxmlformats.org/drawingml/2006/main">
            <a:off x="4533900" y="32194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산업 육성 발표</a:t>
            </a:r>
          </a:p>
        </p:txBody>
      </p:sp>
      <p:sp>
        <p:nvSpPr>
          <p:cNvPr id="24" name="">
            <a:extLst xmlns:a="http://schemas.openxmlformats.org/drawingml/2006/main">
              <a:ext uri="{FF2B5EF4-FFF2-40B4-BE49-F238E27FC236}">
                <a16:creationId xmlns:a16="http://schemas.microsoft.com/office/drawing/2014/main" id="{EA295E86-661F-4842-A01E-89339B3C6FCF}"/>
              </a:ext>
            </a:extLst>
          </p:cNvPr>
          <p:cNvSpPr>
            <a:spLocks xmlns:a="http://schemas.openxmlformats.org/drawingml/2006/main" noGrp="1"/>
          </p:cNvSpPr>
          <p:nvPr/>
        </p:nvSpPr>
        <p:spPr>
          <a:xfrm xmlns:a="http://schemas.openxmlformats.org/drawingml/2006/main">
            <a:off x="5867400" y="3219450"/>
            <a:ext cx="91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0">
                <a:solidFill>
                  <a:srgbClr val="000000"/>
                </a:solidFill>
                <a:latin typeface="NanumSquare"/>
                <a:ea typeface="NanumSquare"/>
                <a:cs typeface="NanumSquare"/>
              </a:defRPr>
            </a:pPr>
            <a:r>
              <a:rPr sz="900" b="0">
                <a:solidFill>
                  <a:srgbClr val="000000"/>
                </a:solidFill>
                <a:latin typeface="NanumSquare"/>
                <a:ea typeface="NanumSquare"/>
                <a:cs typeface="NanumSquare"/>
              </a:rPr>
              <a:t>유사도 0.87</a:t>
            </a:r>
          </a:p>
        </p:txBody>
      </p:sp>
      <p:sp>
        <p:nvSpPr>
          <p:cNvPr id="25" name="">
            <a:extLst xmlns:a="http://schemas.openxmlformats.org/drawingml/2006/main">
              <a:ext uri="{FF2B5EF4-FFF2-40B4-BE49-F238E27FC236}">
                <a16:creationId xmlns:a16="http://schemas.microsoft.com/office/drawing/2014/main" id="{D9FC0989-1430-420D-9CD7-4B7089FE1083}"/>
              </a:ext>
            </a:extLst>
          </p:cNvPr>
          <p:cNvSpPr>
            <a:spLocks xmlns:a="http://schemas.openxmlformats.org/drawingml/2006/main" noGrp="1"/>
          </p:cNvSpPr>
          <p:nvPr/>
        </p:nvSpPr>
        <p:spPr>
          <a:xfrm xmlns:a="http://schemas.openxmlformats.org/drawingml/2006/main">
            <a:off x="6667500" y="32194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+4.1%</a:t>
            </a:r>
          </a:p>
        </p:txBody>
      </p:sp>
      <p:sp>
        <p:nvSpPr>
          <p:cNvPr id="26" name="">
            <a:extLst xmlns:a="http://schemas.openxmlformats.org/drawingml/2006/main">
              <a:ext uri="{FF2B5EF4-FFF2-40B4-BE49-F238E27FC236}">
                <a16:creationId xmlns:a16="http://schemas.microsoft.com/office/drawing/2014/main" id="{0DCA83BF-8EF8-4132-9284-3ABA370AD4A4}"/>
              </a:ext>
            </a:extLst>
          </p:cNvPr>
          <p:cNvSpPr>
            <a:spLocks xmlns:a="http://schemas.openxmlformats.org/drawingml/2006/main" noGrp="1"/>
          </p:cNvSpPr>
          <p:nvPr/>
        </p:nvSpPr>
        <p:spPr>
          <a:xfrm xmlns:a="http://schemas.openxmlformats.org/drawingml/2006/main">
            <a:off x="7086600" y="32194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+6.2%</a:t>
            </a:r>
          </a:p>
        </p:txBody>
      </p:sp>
      <p:sp>
        <p:nvSpPr>
          <p:cNvPr id="27" name="">
            <a:extLst xmlns:a="http://schemas.openxmlformats.org/drawingml/2006/main">
              <a:ext uri="{FF2B5EF4-FFF2-40B4-BE49-F238E27FC236}">
                <a16:creationId xmlns:a16="http://schemas.microsoft.com/office/drawing/2014/main" id="{A606325C-7F5F-47D5-B542-FA14259460B4}"/>
              </a:ext>
            </a:extLst>
          </p:cNvPr>
          <p:cNvSpPr>
            <a:spLocks xmlns:a="http://schemas.openxmlformats.org/drawingml/2006/main" noGrp="1"/>
          </p:cNvSpPr>
          <p:nvPr/>
        </p:nvSpPr>
        <p:spPr>
          <a:xfrm xmlns:a="http://schemas.openxmlformats.org/drawingml/2006/main">
            <a:off x="7505700" y="32194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000000"/>
                </a:solidFill>
                <a:latin typeface="NanumSquare"/>
                <a:ea typeface="NanumSquare"/>
                <a:cs typeface="NanumSquare"/>
              </a:defRPr>
            </a:pPr>
            <a:r>
              <a:rPr sz="900" b="1">
                <a:solidFill>
                  <a:srgbClr val="000000"/>
                </a:solidFill>
                <a:latin typeface="NanumSquare"/>
                <a:ea typeface="NanumSquare"/>
                <a:cs typeface="NanumSquare"/>
              </a:rPr>
              <a:t>+1.9%</a:t>
            </a:r>
          </a:p>
        </p:txBody>
      </p:sp>
      <p:sp>
        <p:nvSpPr>
          <p:cNvPr id="28" name="">
            <a:extLst xmlns:a="http://schemas.openxmlformats.org/drawingml/2006/main">
              <a:ext uri="{FF2B5EF4-FFF2-40B4-BE49-F238E27FC236}">
                <a16:creationId xmlns:a16="http://schemas.microsoft.com/office/drawing/2014/main" id="{A4FAAAC2-092E-48CC-9A53-35B8F085FEB3}"/>
              </a:ext>
            </a:extLst>
          </p:cNvPr>
          <p:cNvSpPr>
            <a:spLocks xmlns:a="http://schemas.openxmlformats.org/drawingml/2006/main" noGrp="1"/>
          </p:cNvSpPr>
          <p:nvPr/>
        </p:nvSpPr>
        <p:spPr>
          <a:xfrm xmlns:a="http://schemas.openxmlformats.org/drawingml/2006/main">
            <a:off x="4362450" y="3905250"/>
            <a:ext cx="3562350" cy="552450"/>
          </a:xfrm>
          <a:prstGeom xmlns:a="http://schemas.openxmlformats.org/drawingml/2006/main" prst="roundRect">
            <a:avLst>
              <a:gd name="adj" fmla="val 24138"/>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01AE1D6E-3E4F-462B-B377-E28EF62A1EC2}"/>
              </a:ext>
            </a:extLst>
          </p:cNvPr>
          <p:cNvSpPr>
            <a:spLocks xmlns:a="http://schemas.openxmlformats.org/drawingml/2006/main" noGrp="1"/>
          </p:cNvSpPr>
          <p:nvPr/>
        </p:nvSpPr>
        <p:spPr>
          <a:xfrm xmlns:a="http://schemas.openxmlformats.org/drawingml/2006/main">
            <a:off x="4533900" y="3905250"/>
            <a:ext cx="1371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예산 확대 확정</a:t>
            </a:r>
          </a:p>
        </p:txBody>
      </p:sp>
      <p:sp>
        <p:nvSpPr>
          <p:cNvPr id="30" name="">
            <a:extLst xmlns:a="http://schemas.openxmlformats.org/drawingml/2006/main">
              <a:ext uri="{FF2B5EF4-FFF2-40B4-BE49-F238E27FC236}">
                <a16:creationId xmlns:a16="http://schemas.microsoft.com/office/drawing/2014/main" id="{267E41CF-BBF5-4335-9D1D-35371A752391}"/>
              </a:ext>
            </a:extLst>
          </p:cNvPr>
          <p:cNvSpPr>
            <a:spLocks xmlns:a="http://schemas.openxmlformats.org/drawingml/2006/main" noGrp="1"/>
          </p:cNvSpPr>
          <p:nvPr/>
        </p:nvSpPr>
        <p:spPr>
          <a:xfrm xmlns:a="http://schemas.openxmlformats.org/drawingml/2006/main">
            <a:off x="5867400" y="3905250"/>
            <a:ext cx="914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0">
                <a:solidFill>
                  <a:srgbClr val="000000"/>
                </a:solidFill>
                <a:latin typeface="NanumSquare"/>
                <a:ea typeface="NanumSquare"/>
                <a:cs typeface="NanumSquare"/>
              </a:defRPr>
            </a:pPr>
            <a:r>
              <a:rPr sz="900" b="0">
                <a:solidFill>
                  <a:srgbClr val="000000"/>
                </a:solidFill>
                <a:latin typeface="NanumSquare"/>
                <a:ea typeface="NanumSquare"/>
                <a:cs typeface="NanumSquare"/>
              </a:rPr>
              <a:t>유사도 0.82</a:t>
            </a:r>
          </a:p>
        </p:txBody>
      </p:sp>
      <p:sp>
        <p:nvSpPr>
          <p:cNvPr id="31" name="">
            <a:extLst xmlns:a="http://schemas.openxmlformats.org/drawingml/2006/main">
              <a:ext uri="{FF2B5EF4-FFF2-40B4-BE49-F238E27FC236}">
                <a16:creationId xmlns:a16="http://schemas.microsoft.com/office/drawing/2014/main" id="{590E80BC-53EC-4DC9-A710-69C09F2D2979}"/>
              </a:ext>
            </a:extLst>
          </p:cNvPr>
          <p:cNvSpPr>
            <a:spLocks xmlns:a="http://schemas.openxmlformats.org/drawingml/2006/main" noGrp="1"/>
          </p:cNvSpPr>
          <p:nvPr/>
        </p:nvSpPr>
        <p:spPr>
          <a:xfrm xmlns:a="http://schemas.openxmlformats.org/drawingml/2006/main">
            <a:off x="6667500" y="39052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+6.8%</a:t>
            </a:r>
          </a:p>
        </p:txBody>
      </p:sp>
      <p:sp>
        <p:nvSpPr>
          <p:cNvPr id="32" name="">
            <a:extLst xmlns:a="http://schemas.openxmlformats.org/drawingml/2006/main">
              <a:ext uri="{FF2B5EF4-FFF2-40B4-BE49-F238E27FC236}">
                <a16:creationId xmlns:a16="http://schemas.microsoft.com/office/drawing/2014/main" id="{3012A806-7E11-4D66-A45B-0CAB944D7647}"/>
              </a:ext>
            </a:extLst>
          </p:cNvPr>
          <p:cNvSpPr>
            <a:spLocks xmlns:a="http://schemas.openxmlformats.org/drawingml/2006/main" noGrp="1"/>
          </p:cNvSpPr>
          <p:nvPr/>
        </p:nvSpPr>
        <p:spPr>
          <a:xfrm xmlns:a="http://schemas.openxmlformats.org/drawingml/2006/main">
            <a:off x="7086600" y="39052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+3.7%</a:t>
            </a:r>
          </a:p>
        </p:txBody>
      </p:sp>
      <p:sp>
        <p:nvSpPr>
          <p:cNvPr id="33" name="">
            <a:extLst xmlns:a="http://schemas.openxmlformats.org/drawingml/2006/main">
              <a:ext uri="{FF2B5EF4-FFF2-40B4-BE49-F238E27FC236}">
                <a16:creationId xmlns:a16="http://schemas.microsoft.com/office/drawing/2014/main" id="{0A65F95C-6E4D-4679-AADF-249971152E20}"/>
              </a:ext>
            </a:extLst>
          </p:cNvPr>
          <p:cNvSpPr>
            <a:spLocks xmlns:a="http://schemas.openxmlformats.org/drawingml/2006/main" noGrp="1"/>
          </p:cNvSpPr>
          <p:nvPr/>
        </p:nvSpPr>
        <p:spPr>
          <a:xfrm xmlns:a="http://schemas.openxmlformats.org/drawingml/2006/main">
            <a:off x="7505700" y="3905250"/>
            <a:ext cx="3810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000000"/>
                </a:solidFill>
                <a:latin typeface="NanumSquare"/>
                <a:ea typeface="NanumSquare"/>
                <a:cs typeface="NanumSquare"/>
              </a:defRPr>
            </a:pPr>
            <a:r>
              <a:rPr sz="900" b="1">
                <a:solidFill>
                  <a:srgbClr val="000000"/>
                </a:solidFill>
                <a:latin typeface="NanumSquare"/>
                <a:ea typeface="NanumSquare"/>
                <a:cs typeface="NanumSquare"/>
              </a:rPr>
              <a:t>−2.1%</a:t>
            </a:r>
          </a:p>
        </p:txBody>
      </p:sp>
      <p:sp>
        <p:nvSpPr>
          <p:cNvPr id="34" name="">
            <a:extLst xmlns:a="http://schemas.openxmlformats.org/drawingml/2006/main">
              <a:ext uri="{FF2B5EF4-FFF2-40B4-BE49-F238E27FC236}">
                <a16:creationId xmlns:a16="http://schemas.microsoft.com/office/drawing/2014/main" id="{9389D616-7FFD-4794-B54B-0F5E82296801}"/>
              </a:ext>
            </a:extLst>
          </p:cNvPr>
          <p:cNvSpPr>
            <a:spLocks xmlns:a="http://schemas.openxmlformats.org/drawingml/2006/main" noGrp="1"/>
          </p:cNvSpPr>
          <p:nvPr/>
        </p:nvSpPr>
        <p:spPr>
          <a:xfrm xmlns:a="http://schemas.openxmlformats.org/drawingml/2006/main">
            <a:off x="6705600" y="4257675"/>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T+1  T+5  T+20</a:t>
            </a:r>
          </a:p>
        </p:txBody>
      </p:sp>
      <p:sp>
        <p:nvSpPr>
          <p:cNvPr id="35" name="">
            <a:extLst xmlns:a="http://schemas.openxmlformats.org/drawingml/2006/main">
              <a:ext uri="{FF2B5EF4-FFF2-40B4-BE49-F238E27FC236}">
                <a16:creationId xmlns:a16="http://schemas.microsoft.com/office/drawing/2014/main" id="{51CC94F9-75F0-4E50-B22D-63E5F9FBEB2C}"/>
              </a:ext>
            </a:extLst>
          </p:cNvPr>
          <p:cNvSpPr>
            <a:spLocks xmlns:a="http://schemas.openxmlformats.org/drawingml/2006/main" noGrp="1"/>
          </p:cNvSpPr>
          <p:nvPr/>
        </p:nvSpPr>
        <p:spPr>
          <a:xfrm xmlns:a="http://schemas.openxmlformats.org/drawingml/2006/main">
            <a:off x="8362950" y="3028950"/>
            <a:ext cx="571500" cy="4381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36" name="">
            <a:extLst xmlns:a="http://schemas.openxmlformats.org/drawingml/2006/main">
              <a:ext uri="{FF2B5EF4-FFF2-40B4-BE49-F238E27FC236}">
                <a16:creationId xmlns:a16="http://schemas.microsoft.com/office/drawing/2014/main" id="{B510443A-4C9A-44E5-BABB-771189CC8823}"/>
              </a:ext>
            </a:extLst>
          </p:cNvPr>
          <p:cNvSpPr>
            <a:spLocks xmlns:a="http://schemas.openxmlformats.org/drawingml/2006/main" noGrp="1"/>
          </p:cNvSpPr>
          <p:nvPr/>
        </p:nvSpPr>
        <p:spPr>
          <a:xfrm xmlns:a="http://schemas.openxmlformats.org/drawingml/2006/main">
            <a:off x="9201150" y="2000250"/>
            <a:ext cx="2247900" cy="3048000"/>
          </a:xfrm>
          <a:prstGeom xmlns:a="http://schemas.openxmlformats.org/drawingml/2006/main" prst="roundRect">
            <a:avLst>
              <a:gd name="adj" fmla="val 9322"/>
            </a:avLst>
          </a:prstGeom>
          <a:solidFill xmlns:a="http://schemas.openxmlformats.org/drawingml/2006/main">
            <a:srgbClr val="401600"/>
          </a:solidFill>
          <a:ln xmlns:a="http://schemas.openxmlformats.org/drawingml/2006/main" w="0">
            <a:noFill/>
            <a:prstDash val="solid"/>
          </a:ln>
        </p:spPr>
      </p:sp>
      <p:sp>
        <p:nvSpPr>
          <p:cNvPr id="37" name="">
            <a:extLst xmlns:a="http://schemas.openxmlformats.org/drawingml/2006/main">
              <a:ext uri="{FF2B5EF4-FFF2-40B4-BE49-F238E27FC236}">
                <a16:creationId xmlns:a16="http://schemas.microsoft.com/office/drawing/2014/main" id="{DD27FD82-A878-4F7B-8A6D-53FFF5564C58}"/>
              </a:ext>
            </a:extLst>
          </p:cNvPr>
          <p:cNvSpPr>
            <a:spLocks xmlns:a="http://schemas.openxmlformats.org/drawingml/2006/main" noGrp="1"/>
          </p:cNvSpPr>
          <p:nvPr/>
        </p:nvSpPr>
        <p:spPr>
          <a:xfrm xmlns:a="http://schemas.openxmlformats.org/drawingml/2006/main">
            <a:off x="9429750" y="2209800"/>
            <a:ext cx="17907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투자자가 얻는 기준</a:t>
            </a:r>
          </a:p>
        </p:txBody>
      </p:sp>
      <p:sp>
        <p:nvSpPr>
          <p:cNvPr id="38" name="">
            <a:extLst xmlns:a="http://schemas.openxmlformats.org/drawingml/2006/main">
              <a:ext uri="{FF2B5EF4-FFF2-40B4-BE49-F238E27FC236}">
                <a16:creationId xmlns:a16="http://schemas.microsoft.com/office/drawing/2014/main" id="{F455FCB5-DA0B-43C1-8E59-C90D98D95F9C}"/>
              </a:ext>
            </a:extLst>
          </p:cNvPr>
          <p:cNvSpPr>
            <a:spLocks xmlns:a="http://schemas.openxmlformats.org/drawingml/2006/main" noGrp="1"/>
          </p:cNvSpPr>
          <p:nvPr/>
        </p:nvSpPr>
        <p:spPr>
          <a:xfrm xmlns:a="http://schemas.openxmlformats.org/drawingml/2006/main">
            <a:off x="9439275" y="2847975"/>
            <a:ext cx="95250" cy="952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9" name="">
            <a:extLst xmlns:a="http://schemas.openxmlformats.org/drawingml/2006/main">
              <a:ext uri="{FF2B5EF4-FFF2-40B4-BE49-F238E27FC236}">
                <a16:creationId xmlns:a16="http://schemas.microsoft.com/office/drawing/2014/main" id="{20D2A2D9-A49F-43F3-B848-B7AFC8646A10}"/>
              </a:ext>
            </a:extLst>
          </p:cNvPr>
          <p:cNvSpPr>
            <a:spLocks xmlns:a="http://schemas.openxmlformats.org/drawingml/2006/main" noGrp="1"/>
          </p:cNvSpPr>
          <p:nvPr/>
        </p:nvSpPr>
        <p:spPr>
          <a:xfrm xmlns:a="http://schemas.openxmlformats.org/drawingml/2006/main">
            <a:off x="9658350" y="2781300"/>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하루성 소재인가</a:t>
            </a:r>
          </a:p>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며칠 이어졌는가</a:t>
            </a:r>
          </a:p>
        </p:txBody>
      </p:sp>
      <p:sp>
        <p:nvSpPr>
          <p:cNvPr id="40" name="">
            <a:extLst xmlns:a="http://schemas.openxmlformats.org/drawingml/2006/main">
              <a:ext uri="{FF2B5EF4-FFF2-40B4-BE49-F238E27FC236}">
                <a16:creationId xmlns:a16="http://schemas.microsoft.com/office/drawing/2014/main" id="{671C7E3C-23BD-4B09-8916-DA2F34926922}"/>
              </a:ext>
            </a:extLst>
          </p:cNvPr>
          <p:cNvSpPr>
            <a:spLocks xmlns:a="http://schemas.openxmlformats.org/drawingml/2006/main" noGrp="1"/>
          </p:cNvSpPr>
          <p:nvPr/>
        </p:nvSpPr>
        <p:spPr>
          <a:xfrm xmlns:a="http://schemas.openxmlformats.org/drawingml/2006/main">
            <a:off x="9439275" y="3590925"/>
            <a:ext cx="95250" cy="952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1" name="">
            <a:extLst xmlns:a="http://schemas.openxmlformats.org/drawingml/2006/main">
              <a:ext uri="{FF2B5EF4-FFF2-40B4-BE49-F238E27FC236}">
                <a16:creationId xmlns:a16="http://schemas.microsoft.com/office/drawing/2014/main" id="{60367296-2F0E-46FE-ADA9-BBF3EC4BA505}"/>
              </a:ext>
            </a:extLst>
          </p:cNvPr>
          <p:cNvSpPr>
            <a:spLocks xmlns:a="http://schemas.openxmlformats.org/drawingml/2006/main" noGrp="1"/>
          </p:cNvSpPr>
          <p:nvPr/>
        </p:nvSpPr>
        <p:spPr>
          <a:xfrm xmlns:a="http://schemas.openxmlformats.org/drawingml/2006/main">
            <a:off x="9658350" y="3524250"/>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한 종목인가</a:t>
            </a:r>
          </a:p>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테마 전체인가</a:t>
            </a:r>
          </a:p>
        </p:txBody>
      </p:sp>
      <p:sp>
        <p:nvSpPr>
          <p:cNvPr id="42" name="">
            <a:extLst xmlns:a="http://schemas.openxmlformats.org/drawingml/2006/main">
              <a:ext uri="{FF2B5EF4-FFF2-40B4-BE49-F238E27FC236}">
                <a16:creationId xmlns:a16="http://schemas.microsoft.com/office/drawing/2014/main" id="{36FB67B6-D46E-4987-B728-6D4EE03C11D6}"/>
              </a:ext>
            </a:extLst>
          </p:cNvPr>
          <p:cNvSpPr>
            <a:spLocks xmlns:a="http://schemas.openxmlformats.org/drawingml/2006/main" noGrp="1"/>
          </p:cNvSpPr>
          <p:nvPr/>
        </p:nvSpPr>
        <p:spPr>
          <a:xfrm xmlns:a="http://schemas.openxmlformats.org/drawingml/2006/main">
            <a:off x="9439275" y="4333875"/>
            <a:ext cx="95250" cy="952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3" name="">
            <a:extLst xmlns:a="http://schemas.openxmlformats.org/drawingml/2006/main">
              <a:ext uri="{FF2B5EF4-FFF2-40B4-BE49-F238E27FC236}">
                <a16:creationId xmlns:a16="http://schemas.microsoft.com/office/drawing/2014/main" id="{AF574759-FDE7-44C3-AC78-484E3A1E1D2D}"/>
              </a:ext>
            </a:extLst>
          </p:cNvPr>
          <p:cNvSpPr>
            <a:spLocks xmlns:a="http://schemas.openxmlformats.org/drawingml/2006/main" noGrp="1"/>
          </p:cNvSpPr>
          <p:nvPr/>
        </p:nvSpPr>
        <p:spPr>
          <a:xfrm xmlns:a="http://schemas.openxmlformats.org/drawingml/2006/main">
            <a:off x="9658350" y="4267200"/>
            <a:ext cx="1657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누가 실제</a:t>
            </a:r>
          </a:p>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주도주였는가</a:t>
            </a:r>
          </a:p>
        </p:txBody>
      </p:sp>
      <p:sp>
        <p:nvSpPr>
          <p:cNvPr id="44" name="">
            <a:extLst xmlns:a="http://schemas.openxmlformats.org/drawingml/2006/main">
              <a:ext uri="{FF2B5EF4-FFF2-40B4-BE49-F238E27FC236}">
                <a16:creationId xmlns:a16="http://schemas.microsoft.com/office/drawing/2014/main" id="{6064F5EC-3DF0-4EC4-B0CA-7EE6428D01FB}"/>
              </a:ext>
            </a:extLst>
          </p:cNvPr>
          <p:cNvSpPr>
            <a:spLocks xmlns:a="http://schemas.openxmlformats.org/drawingml/2006/main" noGrp="1"/>
          </p:cNvSpPr>
          <p:nvPr/>
        </p:nvSpPr>
        <p:spPr>
          <a:xfrm xmlns:a="http://schemas.openxmlformats.org/drawingml/2006/main">
            <a:off x="1504950" y="5334000"/>
            <a:ext cx="9182100" cy="6858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28575">
            <a:solidFill>
              <a:srgbClr val="FD9F28"/>
            </a:solidFill>
            <a:prstDash val="solid"/>
          </a:ln>
        </p:spPr>
      </p:sp>
      <p:sp>
        <p:nvSpPr>
          <p:cNvPr id="45" name="">
            <a:extLst xmlns:a="http://schemas.openxmlformats.org/drawingml/2006/main">
              <a:ext uri="{FF2B5EF4-FFF2-40B4-BE49-F238E27FC236}">
                <a16:creationId xmlns:a16="http://schemas.microsoft.com/office/drawing/2014/main" id="{81D5E520-80C1-4EB6-A922-9783EA5824C6}"/>
              </a:ext>
            </a:extLst>
          </p:cNvPr>
          <p:cNvSpPr>
            <a:spLocks xmlns:a="http://schemas.openxmlformats.org/drawingml/2006/main" noGrp="1"/>
          </p:cNvSpPr>
          <p:nvPr/>
        </p:nvSpPr>
        <p:spPr>
          <a:xfrm xmlns:a="http://schemas.openxmlformats.org/drawingml/2006/main">
            <a:off x="1790700" y="5334000"/>
            <a:ext cx="86106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800" b="1">
                <a:solidFill>
                  <a:srgbClr val="FD9F28"/>
                </a:solidFill>
                <a:latin typeface="NanumSquare"/>
                <a:ea typeface="NanumSquare"/>
                <a:cs typeface="NanumSquare"/>
              </a:defRPr>
            </a:pPr>
            <a:r>
              <a:rPr sz="1800" b="1">
                <a:solidFill>
                  <a:srgbClr val="FD9F28"/>
                </a:solidFill>
                <a:latin typeface="NanumSquare"/>
                <a:ea typeface="NanumSquare"/>
                <a:cs typeface="NanumSquare"/>
              </a:rPr>
              <a:t>오늘 소재의 영향력 · 지속성 · 확산 범위를 빠르게 판단</a:t>
            </a:r>
          </a:p>
        </p:txBody>
      </p:sp>
      <p:sp>
        <p:nvSpPr>
          <p:cNvPr id="46" name="">
            <a:extLst xmlns:a="http://schemas.openxmlformats.org/drawingml/2006/main">
              <a:ext uri="{FF2B5EF4-FFF2-40B4-BE49-F238E27FC236}">
                <a16:creationId xmlns:a16="http://schemas.microsoft.com/office/drawing/2014/main" id="{49472BF3-AD5E-492A-B142-A62EA750B825}"/>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47" name="">
            <a:extLst xmlns:a="http://schemas.openxmlformats.org/drawingml/2006/main">
              <a:ext uri="{FF2B5EF4-FFF2-40B4-BE49-F238E27FC236}">
                <a16:creationId xmlns:a16="http://schemas.microsoft.com/office/drawing/2014/main" id="{D9195D20-AB6B-467D-88CC-E1B3005E5922}"/>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539127874"/>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D4B6BEF6-CF14-42BC-9B54-3780C5C6882F}"/>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C7B1A86-14C8-41B9-8C89-27110BF58D67}"/>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27E87B1C-611E-48B2-B4F0-2E58208CD8F8}"/>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FEATURE 03 · ASK</a:t>
            </a:r>
          </a:p>
        </p:txBody>
      </p:sp>
      <p:sp>
        <p:nvSpPr>
          <p:cNvPr id="4" name="">
            <a:extLst xmlns:a="http://schemas.openxmlformats.org/drawingml/2006/main">
              <a:ext uri="{FF2B5EF4-FFF2-40B4-BE49-F238E27FC236}">
                <a16:creationId xmlns:a16="http://schemas.microsoft.com/office/drawing/2014/main" id="{A8DD0588-4CE7-44AC-8B7C-CC2280D22F5D}"/>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질문 한 문장으로 과거 리서치를 끝냅니다</a:t>
            </a:r>
          </a:p>
        </p:txBody>
      </p:sp>
      <p:sp>
        <p:nvSpPr>
          <p:cNvPr id="5" name="">
            <a:extLst xmlns:a="http://schemas.openxmlformats.org/drawingml/2006/main">
              <a:ext uri="{FF2B5EF4-FFF2-40B4-BE49-F238E27FC236}">
                <a16:creationId xmlns:a16="http://schemas.microsoft.com/office/drawing/2014/main" id="{1B1A80B2-6C41-4856-80C9-CA4E26E95A7E}"/>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06</a:t>
            </a:r>
          </a:p>
        </p:txBody>
      </p:sp>
      <p:sp>
        <p:nvSpPr>
          <p:cNvPr id="6" name="">
            <a:extLst xmlns:a="http://schemas.openxmlformats.org/drawingml/2006/main">
              <a:ext uri="{FF2B5EF4-FFF2-40B4-BE49-F238E27FC236}">
                <a16:creationId xmlns:a16="http://schemas.microsoft.com/office/drawing/2014/main" id="{279AF661-5416-4EE8-8539-A5A95A95223A}"/>
              </a:ext>
            </a:extLst>
          </p:cNvPr>
          <p:cNvSpPr>
            <a:spLocks xmlns:a="http://schemas.openxmlformats.org/drawingml/2006/main" noGrp="1"/>
          </p:cNvSpPr>
          <p:nvPr/>
        </p:nvSpPr>
        <p:spPr>
          <a:xfrm xmlns:a="http://schemas.openxmlformats.org/drawingml/2006/main">
            <a:off x="800100" y="1524000"/>
            <a:ext cx="10591800" cy="1028700"/>
          </a:xfrm>
          <a:prstGeom xmlns:a="http://schemas.openxmlformats.org/drawingml/2006/main" prst="roundRect">
            <a:avLst>
              <a:gd name="adj" fmla="val 18519"/>
            </a:avLst>
          </a:prstGeom>
          <a:solidFill xmlns:a="http://schemas.openxmlformats.org/drawingml/2006/main">
            <a:srgbClr val="4016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8EC5EB0E-9620-4A44-ADC2-C7DE77C4AE46}"/>
              </a:ext>
            </a:extLst>
          </p:cNvPr>
          <p:cNvSpPr>
            <a:spLocks xmlns:a="http://schemas.openxmlformats.org/drawingml/2006/main" noGrp="1"/>
          </p:cNvSpPr>
          <p:nvPr/>
        </p:nvSpPr>
        <p:spPr>
          <a:xfrm xmlns:a="http://schemas.openxmlformats.org/drawingml/2006/main">
            <a:off x="1123950" y="1695450"/>
            <a:ext cx="609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3150" b="1">
                <a:solidFill>
                  <a:srgbClr val="FD9F28"/>
                </a:solidFill>
                <a:latin typeface="NanumSquare"/>
                <a:ea typeface="NanumSquare"/>
                <a:cs typeface="NanumSquare"/>
              </a:defRPr>
            </a:pPr>
            <a:r>
              <a:rPr sz="3150" b="1">
                <a:solidFill>
                  <a:srgbClr val="FD9F28"/>
                </a:solidFill>
                <a:latin typeface="NanumSquare"/>
                <a:ea typeface="NanumSquare"/>
                <a:cs typeface="NanumSquare"/>
              </a:rPr>
              <a:t>Q</a:t>
            </a:r>
          </a:p>
        </p:txBody>
      </p:sp>
      <p:sp>
        <p:nvSpPr>
          <p:cNvPr id="8" name="">
            <a:extLst xmlns:a="http://schemas.openxmlformats.org/drawingml/2006/main">
              <a:ext uri="{FF2B5EF4-FFF2-40B4-BE49-F238E27FC236}">
                <a16:creationId xmlns:a16="http://schemas.microsoft.com/office/drawing/2014/main" id="{BDDD5B82-DB41-4326-9C73-412E1EDD5B92}"/>
              </a:ext>
            </a:extLst>
          </p:cNvPr>
          <p:cNvSpPr>
            <a:spLocks xmlns:a="http://schemas.openxmlformats.org/drawingml/2006/main" noGrp="1"/>
          </p:cNvSpPr>
          <p:nvPr/>
        </p:nvSpPr>
        <p:spPr>
          <a:xfrm xmlns:a="http://schemas.openxmlformats.org/drawingml/2006/main">
            <a:off x="1847850" y="1657350"/>
            <a:ext cx="91630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78948"/>
          </a:bodyPr>
          <a:lstStyle xmlns:a="http://schemas.openxmlformats.org/drawingml/2006/main"/>
          <a:p xmlns:a="http://schemas.openxmlformats.org/drawingml/2006/main">
            <a:pPr algn="l">
              <a:lnSpc>
                <a:spcPct val="135714"/>
              </a:lnSpc>
              <a:buNone/>
              <a:defRPr sz="2100" b="1">
                <a:solidFill>
                  <a:srgbClr val="FFFFFF"/>
                </a:solidFill>
                <a:latin typeface="NanumSquare"/>
                <a:ea typeface="NanumSquare"/>
                <a:cs typeface="NanumSquare"/>
              </a:defRPr>
            </a:pPr>
            <a:r>
              <a:rPr sz="2100" b="1">
                <a:solidFill>
                  <a:srgbClr val="FFFFFF"/>
                </a:solidFill>
                <a:latin typeface="NanumSquare"/>
                <a:ea typeface="NanumSquare"/>
                <a:cs typeface="NanumSquare"/>
              </a:rPr>
              <a:t>“이 정책 소재는 보통 하루 만에 끝났어,</a:t>
            </a:r>
          </a:p>
          <a:p xmlns:a="http://schemas.openxmlformats.org/drawingml/2006/main">
            <a:pPr algn="l">
              <a:lnSpc>
                <a:spcPct val="135714"/>
              </a:lnSpc>
              <a:buNone/>
              <a:defRPr sz="2100" b="1">
                <a:solidFill>
                  <a:srgbClr val="FFFFFF"/>
                </a:solidFill>
                <a:latin typeface="NanumSquare"/>
                <a:ea typeface="NanumSquare"/>
                <a:cs typeface="NanumSquare"/>
              </a:defRPr>
            </a:pPr>
            <a:r>
              <a:rPr sz="2100" b="1">
                <a:solidFill>
                  <a:srgbClr val="FFFFFF"/>
                </a:solidFill>
                <a:latin typeface="NanumSquare"/>
                <a:ea typeface="NanumSquare"/>
                <a:cs typeface="NanumSquare"/>
              </a:rPr>
              <a:t>며칠 이어졌어?”</a:t>
            </a:r>
          </a:p>
        </p:txBody>
      </p:sp>
      <p:sp>
        <p:nvSpPr>
          <p:cNvPr id="9" name="">
            <a:extLst xmlns:a="http://schemas.openxmlformats.org/drawingml/2006/main">
              <a:ext uri="{FF2B5EF4-FFF2-40B4-BE49-F238E27FC236}">
                <a16:creationId xmlns:a16="http://schemas.microsoft.com/office/drawing/2014/main" id="{E17F3FA4-C442-4156-B7C5-6ACD8E203D68}"/>
              </a:ext>
            </a:extLst>
          </p:cNvPr>
          <p:cNvSpPr>
            <a:spLocks xmlns:a="http://schemas.openxmlformats.org/drawingml/2006/main" noGrp="1"/>
          </p:cNvSpPr>
          <p:nvPr/>
        </p:nvSpPr>
        <p:spPr>
          <a:xfrm xmlns:a="http://schemas.openxmlformats.org/drawingml/2006/main">
            <a:off x="857250" y="3067050"/>
            <a:ext cx="2266950" cy="1581150"/>
          </a:xfrm>
          <a:prstGeom xmlns:a="http://schemas.openxmlformats.org/drawingml/2006/main" prst="roundRect">
            <a:avLst>
              <a:gd name="adj" fmla="val 12048"/>
            </a:avLst>
          </a:prstGeom>
          <a:solidFill xmlns:a="http://schemas.openxmlformats.org/drawingml/2006/main">
            <a:srgbClr val="EEEE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6E82C7E4-BED5-499F-97CF-2BC0CD3D11ED}"/>
              </a:ext>
            </a:extLst>
          </p:cNvPr>
          <p:cNvSpPr>
            <a:spLocks xmlns:a="http://schemas.openxmlformats.org/drawingml/2006/main" noGrp="1"/>
          </p:cNvSpPr>
          <p:nvPr/>
        </p:nvSpPr>
        <p:spPr>
          <a:xfrm xmlns:a="http://schemas.openxmlformats.org/drawingml/2006/main">
            <a:off x="1047750" y="32575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01  질문 해석</a:t>
            </a:r>
          </a:p>
        </p:txBody>
      </p:sp>
      <p:sp>
        <p:nvSpPr>
          <p:cNvPr id="11" name="">
            <a:extLst xmlns:a="http://schemas.openxmlformats.org/drawingml/2006/main">
              <a:ext uri="{FF2B5EF4-FFF2-40B4-BE49-F238E27FC236}">
                <a16:creationId xmlns:a16="http://schemas.microsoft.com/office/drawing/2014/main" id="{914F3201-3A89-467E-B7C0-1A78AF679FBA}"/>
              </a:ext>
            </a:extLst>
          </p:cNvPr>
          <p:cNvSpPr>
            <a:spLocks xmlns:a="http://schemas.openxmlformats.org/drawingml/2006/main" noGrp="1"/>
          </p:cNvSpPr>
          <p:nvPr/>
        </p:nvSpPr>
        <p:spPr>
          <a:xfrm xmlns:a="http://schemas.openxmlformats.org/drawingml/2006/main">
            <a:off x="1047750" y="3762375"/>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테마</a:t>
            </a:r>
          </a:p>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소재</a:t>
            </a:r>
          </a:p>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기간</a:t>
            </a:r>
          </a:p>
        </p:txBody>
      </p:sp>
      <p:sp>
        <p:nvSpPr>
          <p:cNvPr id="12" name="">
            <a:extLst xmlns:a="http://schemas.openxmlformats.org/drawingml/2006/main">
              <a:ext uri="{FF2B5EF4-FFF2-40B4-BE49-F238E27FC236}">
                <a16:creationId xmlns:a16="http://schemas.microsoft.com/office/drawing/2014/main" id="{FE220B06-B2F7-47A3-9ED1-5DEE91D63C9C}"/>
              </a:ext>
            </a:extLst>
          </p:cNvPr>
          <p:cNvSpPr>
            <a:spLocks xmlns:a="http://schemas.openxmlformats.org/drawingml/2006/main" noGrp="1"/>
          </p:cNvSpPr>
          <p:nvPr/>
        </p:nvSpPr>
        <p:spPr>
          <a:xfrm xmlns:a="http://schemas.openxmlformats.org/drawingml/2006/main">
            <a:off x="3200400" y="3638550"/>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3" name="">
            <a:extLst xmlns:a="http://schemas.openxmlformats.org/drawingml/2006/main">
              <a:ext uri="{FF2B5EF4-FFF2-40B4-BE49-F238E27FC236}">
                <a16:creationId xmlns:a16="http://schemas.microsoft.com/office/drawing/2014/main" id="{537E8A64-4D60-4E79-AEEC-D0943439E7C7}"/>
              </a:ext>
            </a:extLst>
          </p:cNvPr>
          <p:cNvSpPr>
            <a:spLocks xmlns:a="http://schemas.openxmlformats.org/drawingml/2006/main" noGrp="1"/>
          </p:cNvSpPr>
          <p:nvPr/>
        </p:nvSpPr>
        <p:spPr>
          <a:xfrm xmlns:a="http://schemas.openxmlformats.org/drawingml/2006/main">
            <a:off x="3638550" y="3067050"/>
            <a:ext cx="2266950" cy="1581150"/>
          </a:xfrm>
          <a:prstGeom xmlns:a="http://schemas.openxmlformats.org/drawingml/2006/main" prst="roundRect">
            <a:avLst>
              <a:gd name="adj" fmla="val 12048"/>
            </a:avLst>
          </a:prstGeom>
          <a:solidFill xmlns:a="http://schemas.openxmlformats.org/drawingml/2006/main">
            <a:srgbClr val="EEEEEE"/>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EB4030C9-C0A8-4408-A16F-BE64D9439207}"/>
              </a:ext>
            </a:extLst>
          </p:cNvPr>
          <p:cNvSpPr>
            <a:spLocks xmlns:a="http://schemas.openxmlformats.org/drawingml/2006/main" noGrp="1"/>
          </p:cNvSpPr>
          <p:nvPr/>
        </p:nvSpPr>
        <p:spPr>
          <a:xfrm xmlns:a="http://schemas.openxmlformats.org/drawingml/2006/main">
            <a:off x="3829050" y="32575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02  관계 탐색</a:t>
            </a:r>
          </a:p>
        </p:txBody>
      </p:sp>
      <p:sp>
        <p:nvSpPr>
          <p:cNvPr id="15" name="">
            <a:extLst xmlns:a="http://schemas.openxmlformats.org/drawingml/2006/main">
              <a:ext uri="{FF2B5EF4-FFF2-40B4-BE49-F238E27FC236}">
                <a16:creationId xmlns:a16="http://schemas.microsoft.com/office/drawing/2014/main" id="{6978975B-2BDC-4A1A-9E0A-7FAD34B3552A}"/>
              </a:ext>
            </a:extLst>
          </p:cNvPr>
          <p:cNvSpPr>
            <a:spLocks xmlns:a="http://schemas.openxmlformats.org/drawingml/2006/main" noGrp="1"/>
          </p:cNvSpPr>
          <p:nvPr/>
        </p:nvSpPr>
        <p:spPr>
          <a:xfrm xmlns:a="http://schemas.openxmlformats.org/drawingml/2006/main">
            <a:off x="3829050" y="3762375"/>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과거 Event</a:t>
            </a:r>
          </a:p>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주도주</a:t>
            </a:r>
          </a:p>
        </p:txBody>
      </p:sp>
      <p:sp>
        <p:nvSpPr>
          <p:cNvPr id="16" name="">
            <a:extLst xmlns:a="http://schemas.openxmlformats.org/drawingml/2006/main">
              <a:ext uri="{FF2B5EF4-FFF2-40B4-BE49-F238E27FC236}">
                <a16:creationId xmlns:a16="http://schemas.microsoft.com/office/drawing/2014/main" id="{10F1B5F0-D713-4BA8-943C-DBFACC6438A5}"/>
              </a:ext>
            </a:extLst>
          </p:cNvPr>
          <p:cNvSpPr>
            <a:spLocks xmlns:a="http://schemas.openxmlformats.org/drawingml/2006/main" noGrp="1"/>
          </p:cNvSpPr>
          <p:nvPr/>
        </p:nvSpPr>
        <p:spPr>
          <a:xfrm xmlns:a="http://schemas.openxmlformats.org/drawingml/2006/main">
            <a:off x="5981700" y="3638550"/>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7" name="">
            <a:extLst xmlns:a="http://schemas.openxmlformats.org/drawingml/2006/main">
              <a:ext uri="{FF2B5EF4-FFF2-40B4-BE49-F238E27FC236}">
                <a16:creationId xmlns:a16="http://schemas.microsoft.com/office/drawing/2014/main" id="{D46CF866-D119-4E51-9F94-BDAD4ECDDEFD}"/>
              </a:ext>
            </a:extLst>
          </p:cNvPr>
          <p:cNvSpPr>
            <a:spLocks xmlns:a="http://schemas.openxmlformats.org/drawingml/2006/main" noGrp="1"/>
          </p:cNvSpPr>
          <p:nvPr/>
        </p:nvSpPr>
        <p:spPr>
          <a:xfrm xmlns:a="http://schemas.openxmlformats.org/drawingml/2006/main">
            <a:off x="6419850" y="3067050"/>
            <a:ext cx="2266950" cy="1581150"/>
          </a:xfrm>
          <a:prstGeom xmlns:a="http://schemas.openxmlformats.org/drawingml/2006/main" prst="roundRect">
            <a:avLst>
              <a:gd name="adj" fmla="val 12048"/>
            </a:avLst>
          </a:prstGeom>
          <a:solidFill xmlns:a="http://schemas.openxmlformats.org/drawingml/2006/main">
            <a:srgbClr val="EEEE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9D9CEB2-3E3F-40DD-AD90-7A25A0471B7E}"/>
              </a:ext>
            </a:extLst>
          </p:cNvPr>
          <p:cNvSpPr>
            <a:spLocks xmlns:a="http://schemas.openxmlformats.org/drawingml/2006/main" noGrp="1"/>
          </p:cNvSpPr>
          <p:nvPr/>
        </p:nvSpPr>
        <p:spPr>
          <a:xfrm xmlns:a="http://schemas.openxmlformats.org/drawingml/2006/main">
            <a:off x="6610350" y="32575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03  가격 계산</a:t>
            </a:r>
          </a:p>
        </p:txBody>
      </p:sp>
      <p:sp>
        <p:nvSpPr>
          <p:cNvPr id="19" name="">
            <a:extLst xmlns:a="http://schemas.openxmlformats.org/drawingml/2006/main">
              <a:ext uri="{FF2B5EF4-FFF2-40B4-BE49-F238E27FC236}">
                <a16:creationId xmlns:a16="http://schemas.microsoft.com/office/drawing/2014/main" id="{1DEF0277-BD72-4AD2-8479-60BE58595C0B}"/>
              </a:ext>
            </a:extLst>
          </p:cNvPr>
          <p:cNvSpPr>
            <a:spLocks xmlns:a="http://schemas.openxmlformats.org/drawingml/2006/main" noGrp="1"/>
          </p:cNvSpPr>
          <p:nvPr/>
        </p:nvSpPr>
        <p:spPr>
          <a:xfrm xmlns:a="http://schemas.openxmlformats.org/drawingml/2006/main">
            <a:off x="6610350" y="3762375"/>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3333"/>
          </a:bodyPr>
          <a:lstStyle xmlns:a="http://schemas.openxmlformats.org/drawingml/2006/main"/>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T+1</a:t>
            </a:r>
          </a:p>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T+5</a:t>
            </a:r>
          </a:p>
          <a:p xmlns:a="http://schemas.openxmlformats.org/drawingml/2006/main">
            <a:pPr algn="l">
              <a:lnSpc>
                <a:spcPct val="150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T+20</a:t>
            </a:r>
          </a:p>
        </p:txBody>
      </p:sp>
      <p:sp>
        <p:nvSpPr>
          <p:cNvPr id="20" name="">
            <a:extLst xmlns:a="http://schemas.openxmlformats.org/drawingml/2006/main">
              <a:ext uri="{FF2B5EF4-FFF2-40B4-BE49-F238E27FC236}">
                <a16:creationId xmlns:a16="http://schemas.microsoft.com/office/drawing/2014/main" id="{0618AFDA-9925-4DFB-AA9B-DBFDB260EA0A}"/>
              </a:ext>
            </a:extLst>
          </p:cNvPr>
          <p:cNvSpPr>
            <a:spLocks xmlns:a="http://schemas.openxmlformats.org/drawingml/2006/main" noGrp="1"/>
          </p:cNvSpPr>
          <p:nvPr/>
        </p:nvSpPr>
        <p:spPr>
          <a:xfrm xmlns:a="http://schemas.openxmlformats.org/drawingml/2006/main">
            <a:off x="8763000" y="3638550"/>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21" name="">
            <a:extLst xmlns:a="http://schemas.openxmlformats.org/drawingml/2006/main">
              <a:ext uri="{FF2B5EF4-FFF2-40B4-BE49-F238E27FC236}">
                <a16:creationId xmlns:a16="http://schemas.microsoft.com/office/drawing/2014/main" id="{C840B210-160E-4957-9FF8-D4D186F9D61C}"/>
              </a:ext>
            </a:extLst>
          </p:cNvPr>
          <p:cNvSpPr>
            <a:spLocks xmlns:a="http://schemas.openxmlformats.org/drawingml/2006/main" noGrp="1"/>
          </p:cNvSpPr>
          <p:nvPr/>
        </p:nvSpPr>
        <p:spPr>
          <a:xfrm xmlns:a="http://schemas.openxmlformats.org/drawingml/2006/main">
            <a:off x="9201150" y="3067050"/>
            <a:ext cx="2266950" cy="1581150"/>
          </a:xfrm>
          <a:prstGeom xmlns:a="http://schemas.openxmlformats.org/drawingml/2006/main" prst="roundRect">
            <a:avLst>
              <a:gd name="adj" fmla="val 12048"/>
            </a:avLst>
          </a:prstGeom>
          <a:solidFill xmlns:a="http://schemas.openxmlformats.org/drawingml/2006/main">
            <a:srgbClr val="FD9F2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BDD1BD36-3DAA-493F-AA34-18F334EF0E4C}"/>
              </a:ext>
            </a:extLst>
          </p:cNvPr>
          <p:cNvSpPr>
            <a:spLocks xmlns:a="http://schemas.openxmlformats.org/drawingml/2006/main" noGrp="1"/>
          </p:cNvSpPr>
          <p:nvPr/>
        </p:nvSpPr>
        <p:spPr>
          <a:xfrm xmlns:a="http://schemas.openxmlformats.org/drawingml/2006/main">
            <a:off x="9391650" y="3257550"/>
            <a:ext cx="1885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04  근거 답변</a:t>
            </a:r>
          </a:p>
        </p:txBody>
      </p:sp>
      <p:sp>
        <p:nvSpPr>
          <p:cNvPr id="23" name="">
            <a:extLst xmlns:a="http://schemas.openxmlformats.org/drawingml/2006/main">
              <a:ext uri="{FF2B5EF4-FFF2-40B4-BE49-F238E27FC236}">
                <a16:creationId xmlns:a16="http://schemas.microsoft.com/office/drawing/2014/main" id="{5BB264FE-BD29-4D73-91F5-767600133573}"/>
              </a:ext>
            </a:extLst>
          </p:cNvPr>
          <p:cNvSpPr>
            <a:spLocks xmlns:a="http://schemas.openxmlformats.org/drawingml/2006/main" noGrp="1"/>
          </p:cNvSpPr>
          <p:nvPr/>
        </p:nvSpPr>
        <p:spPr>
          <a:xfrm xmlns:a="http://schemas.openxmlformats.org/drawingml/2006/main">
            <a:off x="9391650" y="3762375"/>
            <a:ext cx="188595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수치</a:t>
            </a:r>
          </a:p>
          <a:p xmlns:a="http://schemas.openxmlformats.org/drawingml/2006/main">
            <a:pPr algn="l">
              <a:lnSpc>
                <a:spcPct val="150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원문</a:t>
            </a:r>
          </a:p>
        </p:txBody>
      </p:sp>
      <p:sp>
        <p:nvSpPr>
          <p:cNvPr id="24" name="">
            <a:extLst xmlns:a="http://schemas.openxmlformats.org/drawingml/2006/main">
              <a:ext uri="{FF2B5EF4-FFF2-40B4-BE49-F238E27FC236}">
                <a16:creationId xmlns:a16="http://schemas.microsoft.com/office/drawing/2014/main" id="{B71CCDDB-4C68-475F-9424-C7A5EF40C76B}"/>
              </a:ext>
            </a:extLst>
          </p:cNvPr>
          <p:cNvSpPr>
            <a:spLocks xmlns:a="http://schemas.openxmlformats.org/drawingml/2006/main" noGrp="1"/>
          </p:cNvSpPr>
          <p:nvPr/>
        </p:nvSpPr>
        <p:spPr>
          <a:xfrm xmlns:a="http://schemas.openxmlformats.org/drawingml/2006/main">
            <a:off x="1390650" y="5219700"/>
            <a:ext cx="9410700" cy="762000"/>
          </a:xfrm>
          <a:prstGeom xmlns:a="http://schemas.openxmlformats.org/drawingml/2006/main" prst="roundRect">
            <a:avLst>
              <a:gd name="adj" fmla="val 25000"/>
            </a:avLst>
          </a:prstGeom>
          <a:solidFill xmlns:a="http://schemas.openxmlformats.org/drawingml/2006/main">
            <a:srgbClr val="FFFFFF"/>
          </a:solidFill>
          <a:ln xmlns:a="http://schemas.openxmlformats.org/drawingml/2006/main" w="28575">
            <a:solidFill>
              <a:srgbClr val="FD9F28"/>
            </a:solidFill>
            <a:prstDash val="solid"/>
          </a:ln>
        </p:spPr>
      </p:sp>
      <p:sp>
        <p:nvSpPr>
          <p:cNvPr id="25" name="">
            <a:extLst xmlns:a="http://schemas.openxmlformats.org/drawingml/2006/main">
              <a:ext uri="{FF2B5EF4-FFF2-40B4-BE49-F238E27FC236}">
                <a16:creationId xmlns:a16="http://schemas.microsoft.com/office/drawing/2014/main" id="{53F1359E-E9F3-4C90-90CB-DC813E7C0984}"/>
              </a:ext>
            </a:extLst>
          </p:cNvPr>
          <p:cNvSpPr>
            <a:spLocks xmlns:a="http://schemas.openxmlformats.org/drawingml/2006/main" noGrp="1"/>
          </p:cNvSpPr>
          <p:nvPr/>
        </p:nvSpPr>
        <p:spPr>
          <a:xfrm xmlns:a="http://schemas.openxmlformats.org/drawingml/2006/main">
            <a:off x="1733550" y="5334000"/>
            <a:ext cx="8724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복잡한 메뉴·검색 조건 없이</a:t>
            </a:r>
          </a:p>
        </p:txBody>
      </p:sp>
      <p:sp>
        <p:nvSpPr>
          <p:cNvPr id="26" name="">
            <a:extLst xmlns:a="http://schemas.openxmlformats.org/drawingml/2006/main">
              <a:ext uri="{FF2B5EF4-FFF2-40B4-BE49-F238E27FC236}">
                <a16:creationId xmlns:a16="http://schemas.microsoft.com/office/drawing/2014/main" id="{44E6109C-A027-4A39-9348-345DFDDC389E}"/>
              </a:ext>
            </a:extLst>
          </p:cNvPr>
          <p:cNvSpPr>
            <a:spLocks xmlns:a="http://schemas.openxmlformats.org/drawingml/2006/main" noGrp="1"/>
          </p:cNvSpPr>
          <p:nvPr/>
        </p:nvSpPr>
        <p:spPr>
          <a:xfrm xmlns:a="http://schemas.openxmlformats.org/drawingml/2006/main">
            <a:off x="1733550" y="5610225"/>
            <a:ext cx="8724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725" b="1">
                <a:solidFill>
                  <a:srgbClr val="FD9F28"/>
                </a:solidFill>
                <a:latin typeface="NanumSquare"/>
                <a:ea typeface="NanumSquare"/>
                <a:cs typeface="NanumSquare"/>
              </a:defRPr>
            </a:pPr>
            <a:r>
              <a:rPr sz="1725" b="1">
                <a:solidFill>
                  <a:srgbClr val="FD9F28"/>
                </a:solidFill>
                <a:latin typeface="NanumSquare"/>
                <a:ea typeface="NanumSquare"/>
                <a:cs typeface="NanumSquare"/>
              </a:rPr>
              <a:t>내 매매 가설을 질문하고, 데이터 근거로 빠르게 확인</a:t>
            </a:r>
          </a:p>
        </p:txBody>
      </p:sp>
      <p:sp>
        <p:nvSpPr>
          <p:cNvPr id="27" name="">
            <a:extLst xmlns:a="http://schemas.openxmlformats.org/drawingml/2006/main">
              <a:ext uri="{FF2B5EF4-FFF2-40B4-BE49-F238E27FC236}">
                <a16:creationId xmlns:a16="http://schemas.microsoft.com/office/drawing/2014/main" id="{CDA7BBCC-575E-4359-B1E5-523842CEEA0E}"/>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28" name="">
            <a:extLst xmlns:a="http://schemas.openxmlformats.org/drawingml/2006/main">
              <a:ext uri="{FF2B5EF4-FFF2-40B4-BE49-F238E27FC236}">
                <a16:creationId xmlns:a16="http://schemas.microsoft.com/office/drawing/2014/main" id="{F6F2F2EC-340B-4BDC-8926-6A17D86CEE81}"/>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80489415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4958A47E-79D3-4743-BF82-669C64861886}"/>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B430D3FD-A68E-47FD-A7B5-87BFC8C59F1D}"/>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F60827E0-75CF-4CF8-81FD-BFDBA2ED4E15}"/>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ARCHITECTURE</a:t>
            </a:r>
          </a:p>
        </p:txBody>
      </p:sp>
      <p:sp>
        <p:nvSpPr>
          <p:cNvPr id="4" name="">
            <a:extLst xmlns:a="http://schemas.openxmlformats.org/drawingml/2006/main">
              <a:ext uri="{FF2B5EF4-FFF2-40B4-BE49-F238E27FC236}">
                <a16:creationId xmlns:a16="http://schemas.microsoft.com/office/drawing/2014/main" id="{ED2B89BC-84A0-4B61-A29A-D9FACF17A0C2}"/>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실시간 탐지와 과거 Event 분석을 한 흐름으로</a:t>
            </a:r>
          </a:p>
        </p:txBody>
      </p:sp>
      <p:sp>
        <p:nvSpPr>
          <p:cNvPr id="5" name="">
            <a:extLst xmlns:a="http://schemas.openxmlformats.org/drawingml/2006/main">
              <a:ext uri="{FF2B5EF4-FFF2-40B4-BE49-F238E27FC236}">
                <a16:creationId xmlns:a16="http://schemas.microsoft.com/office/drawing/2014/main" id="{298A528A-AA79-4136-990C-F5B6153D1212}"/>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07</a:t>
            </a:r>
          </a:p>
        </p:txBody>
      </p:sp>
      <p:sp>
        <p:nvSpPr>
          <p:cNvPr id="6" name="">
            <a:extLst xmlns:a="http://schemas.openxmlformats.org/drawingml/2006/main">
              <a:ext uri="{FF2B5EF4-FFF2-40B4-BE49-F238E27FC236}">
                <a16:creationId xmlns:a16="http://schemas.microsoft.com/office/drawing/2014/main" id="{4150FB5D-2E25-4F72-BF3F-B8009F6DA3B2}"/>
              </a:ext>
            </a:extLst>
          </p:cNvPr>
          <p:cNvSpPr>
            <a:spLocks xmlns:a="http://schemas.openxmlformats.org/drawingml/2006/main" noGrp="1"/>
          </p:cNvSpPr>
          <p:nvPr/>
        </p:nvSpPr>
        <p:spPr>
          <a:xfrm xmlns:a="http://schemas.openxmlformats.org/drawingml/2006/main">
            <a:off x="876300" y="12192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수집 · 분석 · 저장 · 전달의 세 계층으로 구성했습니다.</a:t>
            </a:r>
          </a:p>
        </p:txBody>
      </p:sp>
      <p:sp>
        <p:nvSpPr>
          <p:cNvPr id="7" name="">
            <a:extLst xmlns:a="http://schemas.openxmlformats.org/drawingml/2006/main">
              <a:ext uri="{FF2B5EF4-FFF2-40B4-BE49-F238E27FC236}">
                <a16:creationId xmlns:a16="http://schemas.microsoft.com/office/drawing/2014/main" id="{1140D4FD-E15A-429E-B3FA-998E3B1DF44E}"/>
              </a:ext>
            </a:extLst>
          </p:cNvPr>
          <p:cNvSpPr>
            <a:spLocks xmlns:a="http://schemas.openxmlformats.org/drawingml/2006/main" noGrp="1"/>
          </p:cNvSpPr>
          <p:nvPr/>
        </p:nvSpPr>
        <p:spPr>
          <a:xfrm xmlns:a="http://schemas.openxmlformats.org/drawingml/2006/main">
            <a:off x="628650" y="2343150"/>
            <a:ext cx="1581150" cy="1695450"/>
          </a:xfrm>
          <a:prstGeom xmlns:a="http://schemas.openxmlformats.org/drawingml/2006/main" prst="roundRect">
            <a:avLst>
              <a:gd name="adj" fmla="val 13253"/>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148CF4A-B3C1-4E9B-9D83-3B6073058355}"/>
              </a:ext>
            </a:extLst>
          </p:cNvPr>
          <p:cNvSpPr>
            <a:spLocks xmlns:a="http://schemas.openxmlformats.org/drawingml/2006/main" noGrp="1"/>
          </p:cNvSpPr>
          <p:nvPr/>
        </p:nvSpPr>
        <p:spPr>
          <a:xfrm xmlns:a="http://schemas.openxmlformats.org/drawingml/2006/main">
            <a:off x="800100" y="25146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DATA SOURCE</a:t>
            </a:r>
          </a:p>
        </p:txBody>
      </p:sp>
      <p:sp>
        <p:nvSpPr>
          <p:cNvPr id="9" name="">
            <a:extLst xmlns:a="http://schemas.openxmlformats.org/drawingml/2006/main">
              <a:ext uri="{FF2B5EF4-FFF2-40B4-BE49-F238E27FC236}">
                <a16:creationId xmlns:a16="http://schemas.microsoft.com/office/drawing/2014/main" id="{6BE6C939-D90D-4B69-8EFF-8D954BE8C632}"/>
              </a:ext>
            </a:extLst>
          </p:cNvPr>
          <p:cNvSpPr>
            <a:spLocks xmlns:a="http://schemas.openxmlformats.org/drawingml/2006/main" noGrp="1"/>
          </p:cNvSpPr>
          <p:nvPr/>
        </p:nvSpPr>
        <p:spPr>
          <a:xfrm xmlns:a="http://schemas.openxmlformats.org/drawingml/2006/main">
            <a:off x="800100" y="29718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1617"/>
          </a:bodyPr>
          <a:lstStyle xmlns:a="http://schemas.openxmlformats.org/drawingml/2006/main"/>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키움 실시간 시세</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뉴스</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인포스탁 과거 데이터</a:t>
            </a:r>
          </a:p>
        </p:txBody>
      </p:sp>
      <p:sp>
        <p:nvSpPr>
          <p:cNvPr id="10" name="">
            <a:extLst xmlns:a="http://schemas.openxmlformats.org/drawingml/2006/main">
              <a:ext uri="{FF2B5EF4-FFF2-40B4-BE49-F238E27FC236}">
                <a16:creationId xmlns:a16="http://schemas.microsoft.com/office/drawing/2014/main" id="{2778E714-E069-4872-A42D-ACD2B7DB7A9F}"/>
              </a:ext>
            </a:extLst>
          </p:cNvPr>
          <p:cNvSpPr>
            <a:spLocks xmlns:a="http://schemas.openxmlformats.org/drawingml/2006/main" noGrp="1"/>
          </p:cNvSpPr>
          <p:nvPr/>
        </p:nvSpPr>
        <p:spPr>
          <a:xfrm xmlns:a="http://schemas.openxmlformats.org/drawingml/2006/main">
            <a:off x="2266950" y="3038475"/>
            <a:ext cx="247650" cy="2857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1" name="">
            <a:extLst xmlns:a="http://schemas.openxmlformats.org/drawingml/2006/main">
              <a:ext uri="{FF2B5EF4-FFF2-40B4-BE49-F238E27FC236}">
                <a16:creationId xmlns:a16="http://schemas.microsoft.com/office/drawing/2014/main" id="{F2FEBEE8-027C-4E80-8504-A4E1E43D71D6}"/>
              </a:ext>
            </a:extLst>
          </p:cNvPr>
          <p:cNvSpPr>
            <a:spLocks xmlns:a="http://schemas.openxmlformats.org/drawingml/2006/main" noGrp="1"/>
          </p:cNvSpPr>
          <p:nvPr/>
        </p:nvSpPr>
        <p:spPr>
          <a:xfrm xmlns:a="http://schemas.openxmlformats.org/drawingml/2006/main">
            <a:off x="2552700" y="3143250"/>
            <a:ext cx="1581150" cy="1695450"/>
          </a:xfrm>
          <a:prstGeom xmlns:a="http://schemas.openxmlformats.org/drawingml/2006/main" prst="roundRect">
            <a:avLst>
              <a:gd name="adj" fmla="val 13253"/>
            </a:avLst>
          </a:prstGeom>
          <a:solidFill xmlns:a="http://schemas.openxmlformats.org/drawingml/2006/main">
            <a:srgbClr val="EEEE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9DC96A9F-1EE1-4A61-98D2-63ADE70512E2}"/>
              </a:ext>
            </a:extLst>
          </p:cNvPr>
          <p:cNvSpPr>
            <a:spLocks xmlns:a="http://schemas.openxmlformats.org/drawingml/2006/main" noGrp="1"/>
          </p:cNvSpPr>
          <p:nvPr/>
        </p:nvSpPr>
        <p:spPr>
          <a:xfrm xmlns:a="http://schemas.openxmlformats.org/drawingml/2006/main">
            <a:off x="2724150" y="3314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INGEST</a:t>
            </a:r>
          </a:p>
        </p:txBody>
      </p:sp>
      <p:sp>
        <p:nvSpPr>
          <p:cNvPr id="13" name="">
            <a:extLst xmlns:a="http://schemas.openxmlformats.org/drawingml/2006/main">
              <a:ext uri="{FF2B5EF4-FFF2-40B4-BE49-F238E27FC236}">
                <a16:creationId xmlns:a16="http://schemas.microsoft.com/office/drawing/2014/main" id="{E466159C-3E85-46A6-AA15-7D8933E72208}"/>
              </a:ext>
            </a:extLst>
          </p:cNvPr>
          <p:cNvSpPr>
            <a:spLocks xmlns:a="http://schemas.openxmlformats.org/drawingml/2006/main" noGrp="1"/>
          </p:cNvSpPr>
          <p:nvPr/>
        </p:nvSpPr>
        <p:spPr>
          <a:xfrm xmlns:a="http://schemas.openxmlformats.org/drawingml/2006/main">
            <a:off x="2724150" y="37719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78"/>
          </a:bodyPr>
          <a:lstStyle xmlns:a="http://schemas.openxmlformats.org/drawingml/2006/main"/>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수집기</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정규화</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실시간 처리</a:t>
            </a:r>
          </a:p>
        </p:txBody>
      </p:sp>
      <p:sp>
        <p:nvSpPr>
          <p:cNvPr id="14" name="">
            <a:extLst xmlns:a="http://schemas.openxmlformats.org/drawingml/2006/main">
              <a:ext uri="{FF2B5EF4-FFF2-40B4-BE49-F238E27FC236}">
                <a16:creationId xmlns:a16="http://schemas.microsoft.com/office/drawing/2014/main" id="{C0BEC56A-63C5-43E4-B69B-854A12E9EB50}"/>
              </a:ext>
            </a:extLst>
          </p:cNvPr>
          <p:cNvSpPr>
            <a:spLocks xmlns:a="http://schemas.openxmlformats.org/drawingml/2006/main" noGrp="1"/>
          </p:cNvSpPr>
          <p:nvPr/>
        </p:nvSpPr>
        <p:spPr>
          <a:xfrm xmlns:a="http://schemas.openxmlformats.org/drawingml/2006/main">
            <a:off x="4191000" y="3838575"/>
            <a:ext cx="247650" cy="2857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5" name="">
            <a:extLst xmlns:a="http://schemas.openxmlformats.org/drawingml/2006/main">
              <a:ext uri="{FF2B5EF4-FFF2-40B4-BE49-F238E27FC236}">
                <a16:creationId xmlns:a16="http://schemas.microsoft.com/office/drawing/2014/main" id="{5EDD406C-5248-4520-AC2A-590C59E3A41E}"/>
              </a:ext>
            </a:extLst>
          </p:cNvPr>
          <p:cNvSpPr>
            <a:spLocks xmlns:a="http://schemas.openxmlformats.org/drawingml/2006/main" noGrp="1"/>
          </p:cNvSpPr>
          <p:nvPr/>
        </p:nvSpPr>
        <p:spPr>
          <a:xfrm xmlns:a="http://schemas.openxmlformats.org/drawingml/2006/main">
            <a:off x="4476750" y="2343150"/>
            <a:ext cx="1581150" cy="1695450"/>
          </a:xfrm>
          <a:prstGeom xmlns:a="http://schemas.openxmlformats.org/drawingml/2006/main" prst="roundRect">
            <a:avLst>
              <a:gd name="adj" fmla="val 13253"/>
            </a:avLst>
          </a:prstGeom>
          <a:solidFill xmlns:a="http://schemas.openxmlformats.org/drawingml/2006/main">
            <a:srgbClr val="FD9F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FE15643A-82AE-436B-92A7-B5DCD7F897D9}"/>
              </a:ext>
            </a:extLst>
          </p:cNvPr>
          <p:cNvSpPr>
            <a:spLocks xmlns:a="http://schemas.openxmlformats.org/drawingml/2006/main" noGrp="1"/>
          </p:cNvSpPr>
          <p:nvPr/>
        </p:nvSpPr>
        <p:spPr>
          <a:xfrm xmlns:a="http://schemas.openxmlformats.org/drawingml/2006/main">
            <a:off x="4648200" y="25146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FFFFF"/>
                </a:solidFill>
                <a:latin typeface="NanumSquare"/>
                <a:ea typeface="NanumSquare"/>
                <a:cs typeface="NanumSquare"/>
              </a:defRPr>
            </a:pPr>
            <a:r>
              <a:rPr sz="975" b="1">
                <a:solidFill>
                  <a:srgbClr val="FFFFFF"/>
                </a:solidFill>
                <a:latin typeface="NanumSquare"/>
                <a:ea typeface="NanumSquare"/>
                <a:cs typeface="NanumSquare"/>
              </a:rPr>
              <a:t>ANALYSIS</a:t>
            </a:r>
          </a:p>
        </p:txBody>
      </p:sp>
      <p:sp>
        <p:nvSpPr>
          <p:cNvPr id="17" name="">
            <a:extLst xmlns:a="http://schemas.openxmlformats.org/drawingml/2006/main">
              <a:ext uri="{FF2B5EF4-FFF2-40B4-BE49-F238E27FC236}">
                <a16:creationId xmlns:a16="http://schemas.microsoft.com/office/drawing/2014/main" id="{C28E770A-5EC8-4CFD-9758-89E9CE11F0E3}"/>
              </a:ext>
            </a:extLst>
          </p:cNvPr>
          <p:cNvSpPr>
            <a:spLocks xmlns:a="http://schemas.openxmlformats.org/drawingml/2006/main" noGrp="1"/>
          </p:cNvSpPr>
          <p:nvPr/>
        </p:nvSpPr>
        <p:spPr>
          <a:xfrm xmlns:a="http://schemas.openxmlformats.org/drawingml/2006/main">
            <a:off x="4648200" y="29718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78"/>
          </a:bodyPr>
          <a:lstStyle xmlns:a="http://schemas.openxmlformats.org/drawingml/2006/main"/>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Event 구조화</a:t>
            </a:r>
          </a:p>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온톨로지</a:t>
            </a:r>
          </a:p>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유사사례 분석</a:t>
            </a:r>
          </a:p>
        </p:txBody>
      </p:sp>
      <p:sp>
        <p:nvSpPr>
          <p:cNvPr id="18" name="">
            <a:extLst xmlns:a="http://schemas.openxmlformats.org/drawingml/2006/main">
              <a:ext uri="{FF2B5EF4-FFF2-40B4-BE49-F238E27FC236}">
                <a16:creationId xmlns:a16="http://schemas.microsoft.com/office/drawing/2014/main" id="{D90F3010-479E-4004-99A1-8DFDB6A09CAE}"/>
              </a:ext>
            </a:extLst>
          </p:cNvPr>
          <p:cNvSpPr>
            <a:spLocks xmlns:a="http://schemas.openxmlformats.org/drawingml/2006/main" noGrp="1"/>
          </p:cNvSpPr>
          <p:nvPr/>
        </p:nvSpPr>
        <p:spPr>
          <a:xfrm xmlns:a="http://schemas.openxmlformats.org/drawingml/2006/main">
            <a:off x="6115050" y="3038475"/>
            <a:ext cx="247650" cy="2857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9" name="">
            <a:extLst xmlns:a="http://schemas.openxmlformats.org/drawingml/2006/main">
              <a:ext uri="{FF2B5EF4-FFF2-40B4-BE49-F238E27FC236}">
                <a16:creationId xmlns:a16="http://schemas.microsoft.com/office/drawing/2014/main" id="{076ECCDF-D460-4671-9B90-C404E30E6242}"/>
              </a:ext>
            </a:extLst>
          </p:cNvPr>
          <p:cNvSpPr>
            <a:spLocks xmlns:a="http://schemas.openxmlformats.org/drawingml/2006/main" noGrp="1"/>
          </p:cNvSpPr>
          <p:nvPr/>
        </p:nvSpPr>
        <p:spPr>
          <a:xfrm xmlns:a="http://schemas.openxmlformats.org/drawingml/2006/main">
            <a:off x="6400800" y="3143250"/>
            <a:ext cx="1581150" cy="1695450"/>
          </a:xfrm>
          <a:prstGeom xmlns:a="http://schemas.openxmlformats.org/drawingml/2006/main" prst="roundRect">
            <a:avLst>
              <a:gd name="adj" fmla="val 13253"/>
            </a:avLst>
          </a:prstGeom>
          <a:solidFill xmlns:a="http://schemas.openxmlformats.org/drawingml/2006/main">
            <a:srgbClr val="EEEEE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E86A2BF3-84D4-4040-A4F8-06C175764506}"/>
              </a:ext>
            </a:extLst>
          </p:cNvPr>
          <p:cNvSpPr>
            <a:spLocks xmlns:a="http://schemas.openxmlformats.org/drawingml/2006/main" noGrp="1"/>
          </p:cNvSpPr>
          <p:nvPr/>
        </p:nvSpPr>
        <p:spPr>
          <a:xfrm xmlns:a="http://schemas.openxmlformats.org/drawingml/2006/main">
            <a:off x="6572250" y="3314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STORAGE</a:t>
            </a:r>
          </a:p>
        </p:txBody>
      </p:sp>
      <p:sp>
        <p:nvSpPr>
          <p:cNvPr id="21" name="">
            <a:extLst xmlns:a="http://schemas.openxmlformats.org/drawingml/2006/main">
              <a:ext uri="{FF2B5EF4-FFF2-40B4-BE49-F238E27FC236}">
                <a16:creationId xmlns:a16="http://schemas.microsoft.com/office/drawing/2014/main" id="{4B1C9BE2-C2FA-44CC-B8FA-40249CD3DC64}"/>
              </a:ext>
            </a:extLst>
          </p:cNvPr>
          <p:cNvSpPr>
            <a:spLocks xmlns:a="http://schemas.openxmlformats.org/drawingml/2006/main" noGrp="1"/>
          </p:cNvSpPr>
          <p:nvPr/>
        </p:nvSpPr>
        <p:spPr>
          <a:xfrm xmlns:a="http://schemas.openxmlformats.org/drawingml/2006/main">
            <a:off x="6572250" y="37719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78"/>
          </a:bodyPr>
          <a:lstStyle xmlns:a="http://schemas.openxmlformats.org/drawingml/2006/main"/>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PostgreSQL</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Redis</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가격 데이터</a:t>
            </a:r>
          </a:p>
        </p:txBody>
      </p:sp>
      <p:sp>
        <p:nvSpPr>
          <p:cNvPr id="22" name="">
            <a:extLst xmlns:a="http://schemas.openxmlformats.org/drawingml/2006/main">
              <a:ext uri="{FF2B5EF4-FFF2-40B4-BE49-F238E27FC236}">
                <a16:creationId xmlns:a16="http://schemas.microsoft.com/office/drawing/2014/main" id="{2A3E5649-4ED8-49CF-9940-667686BB90FF}"/>
              </a:ext>
            </a:extLst>
          </p:cNvPr>
          <p:cNvSpPr>
            <a:spLocks xmlns:a="http://schemas.openxmlformats.org/drawingml/2006/main" noGrp="1"/>
          </p:cNvSpPr>
          <p:nvPr/>
        </p:nvSpPr>
        <p:spPr>
          <a:xfrm xmlns:a="http://schemas.openxmlformats.org/drawingml/2006/main">
            <a:off x="8039100" y="3838575"/>
            <a:ext cx="247650" cy="2857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23" name="">
            <a:extLst xmlns:a="http://schemas.openxmlformats.org/drawingml/2006/main">
              <a:ext uri="{FF2B5EF4-FFF2-40B4-BE49-F238E27FC236}">
                <a16:creationId xmlns:a16="http://schemas.microsoft.com/office/drawing/2014/main" id="{5219C240-1571-4D5F-87C2-47ED426C1A08}"/>
              </a:ext>
            </a:extLst>
          </p:cNvPr>
          <p:cNvSpPr>
            <a:spLocks xmlns:a="http://schemas.openxmlformats.org/drawingml/2006/main" noGrp="1"/>
          </p:cNvSpPr>
          <p:nvPr/>
        </p:nvSpPr>
        <p:spPr>
          <a:xfrm xmlns:a="http://schemas.openxmlformats.org/drawingml/2006/main">
            <a:off x="8324850" y="2343150"/>
            <a:ext cx="1581150" cy="1695450"/>
          </a:xfrm>
          <a:prstGeom xmlns:a="http://schemas.openxmlformats.org/drawingml/2006/main" prst="roundRect">
            <a:avLst>
              <a:gd name="adj" fmla="val 13253"/>
            </a:avLst>
          </a:prstGeom>
          <a:solidFill xmlns:a="http://schemas.openxmlformats.org/drawingml/2006/main">
            <a:srgbClr val="EEEEE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206B0CB4-89D1-4E86-91DE-91AAB71F2265}"/>
              </a:ext>
            </a:extLst>
          </p:cNvPr>
          <p:cNvSpPr>
            <a:spLocks xmlns:a="http://schemas.openxmlformats.org/drawingml/2006/main" noGrp="1"/>
          </p:cNvSpPr>
          <p:nvPr/>
        </p:nvSpPr>
        <p:spPr>
          <a:xfrm xmlns:a="http://schemas.openxmlformats.org/drawingml/2006/main">
            <a:off x="8496300" y="25146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DELIVERY</a:t>
            </a:r>
          </a:p>
        </p:txBody>
      </p:sp>
      <p:sp>
        <p:nvSpPr>
          <p:cNvPr id="25" name="">
            <a:extLst xmlns:a="http://schemas.openxmlformats.org/drawingml/2006/main">
              <a:ext uri="{FF2B5EF4-FFF2-40B4-BE49-F238E27FC236}">
                <a16:creationId xmlns:a16="http://schemas.microsoft.com/office/drawing/2014/main" id="{3A49BE5A-D72A-4F98-8C81-0C8BB03749B5}"/>
              </a:ext>
            </a:extLst>
          </p:cNvPr>
          <p:cNvSpPr>
            <a:spLocks xmlns:a="http://schemas.openxmlformats.org/drawingml/2006/main" noGrp="1"/>
          </p:cNvSpPr>
          <p:nvPr/>
        </p:nvSpPr>
        <p:spPr>
          <a:xfrm xmlns:a="http://schemas.openxmlformats.org/drawingml/2006/main">
            <a:off x="8496300" y="29718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78"/>
          </a:bodyPr>
          <a:lstStyle xmlns:a="http://schemas.openxmlformats.org/drawingml/2006/main"/>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REST</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WebSocket</a:t>
            </a:r>
          </a:p>
          <a:p xmlns:a="http://schemas.openxmlformats.org/drawingml/2006/main">
            <a:pPr algn="ctr">
              <a:lnSpc>
                <a:spcPct val="166667"/>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Query API</a:t>
            </a:r>
          </a:p>
        </p:txBody>
      </p:sp>
      <p:sp>
        <p:nvSpPr>
          <p:cNvPr id="26" name="">
            <a:extLst xmlns:a="http://schemas.openxmlformats.org/drawingml/2006/main">
              <a:ext uri="{FF2B5EF4-FFF2-40B4-BE49-F238E27FC236}">
                <a16:creationId xmlns:a16="http://schemas.microsoft.com/office/drawing/2014/main" id="{1C351D14-A5C5-4696-AF99-A8544C5FD0C1}"/>
              </a:ext>
            </a:extLst>
          </p:cNvPr>
          <p:cNvSpPr>
            <a:spLocks xmlns:a="http://schemas.openxmlformats.org/drawingml/2006/main" noGrp="1"/>
          </p:cNvSpPr>
          <p:nvPr/>
        </p:nvSpPr>
        <p:spPr>
          <a:xfrm xmlns:a="http://schemas.openxmlformats.org/drawingml/2006/main">
            <a:off x="9963150" y="3038475"/>
            <a:ext cx="247650" cy="28575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27" name="">
            <a:extLst xmlns:a="http://schemas.openxmlformats.org/drawingml/2006/main">
              <a:ext uri="{FF2B5EF4-FFF2-40B4-BE49-F238E27FC236}">
                <a16:creationId xmlns:a16="http://schemas.microsoft.com/office/drawing/2014/main" id="{7CE9328D-F8AE-4C22-A7E0-E91FA6FB7F06}"/>
              </a:ext>
            </a:extLst>
          </p:cNvPr>
          <p:cNvSpPr>
            <a:spLocks xmlns:a="http://schemas.openxmlformats.org/drawingml/2006/main" noGrp="1"/>
          </p:cNvSpPr>
          <p:nvPr/>
        </p:nvSpPr>
        <p:spPr>
          <a:xfrm xmlns:a="http://schemas.openxmlformats.org/drawingml/2006/main">
            <a:off x="10248900" y="3143250"/>
            <a:ext cx="1581150" cy="1695450"/>
          </a:xfrm>
          <a:prstGeom xmlns:a="http://schemas.openxmlformats.org/drawingml/2006/main" prst="roundRect">
            <a:avLst>
              <a:gd name="adj" fmla="val 13253"/>
            </a:avLst>
          </a:prstGeom>
          <a:solidFill xmlns:a="http://schemas.openxmlformats.org/drawingml/2006/main">
            <a:srgbClr val="4016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6074CC26-DB7E-494E-AFFC-1BB8969E2D19}"/>
              </a:ext>
            </a:extLst>
          </p:cNvPr>
          <p:cNvSpPr>
            <a:spLocks xmlns:a="http://schemas.openxmlformats.org/drawingml/2006/main" noGrp="1"/>
          </p:cNvSpPr>
          <p:nvPr/>
        </p:nvSpPr>
        <p:spPr>
          <a:xfrm xmlns:a="http://schemas.openxmlformats.org/drawingml/2006/main">
            <a:off x="10420350" y="3314700"/>
            <a:ext cx="1238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FFFFF"/>
                </a:solidFill>
                <a:latin typeface="NanumSquare"/>
                <a:ea typeface="NanumSquare"/>
                <a:cs typeface="NanumSquare"/>
              </a:defRPr>
            </a:pPr>
            <a:r>
              <a:rPr sz="975" b="1">
                <a:solidFill>
                  <a:srgbClr val="FFFFFF"/>
                </a:solidFill>
                <a:latin typeface="NanumSquare"/>
                <a:ea typeface="NanumSquare"/>
                <a:cs typeface="NanumSquare"/>
              </a:rPr>
              <a:t>WEB</a:t>
            </a:r>
          </a:p>
        </p:txBody>
      </p:sp>
      <p:sp>
        <p:nvSpPr>
          <p:cNvPr id="29" name="">
            <a:extLst xmlns:a="http://schemas.openxmlformats.org/drawingml/2006/main">
              <a:ext uri="{FF2B5EF4-FFF2-40B4-BE49-F238E27FC236}">
                <a16:creationId xmlns:a16="http://schemas.microsoft.com/office/drawing/2014/main" id="{7017D312-4EA1-4004-B7F0-867E89231215}"/>
              </a:ext>
            </a:extLst>
          </p:cNvPr>
          <p:cNvSpPr>
            <a:spLocks xmlns:a="http://schemas.openxmlformats.org/drawingml/2006/main" noGrp="1"/>
          </p:cNvSpPr>
          <p:nvPr/>
        </p:nvSpPr>
        <p:spPr>
          <a:xfrm xmlns:a="http://schemas.openxmlformats.org/drawingml/2006/main">
            <a:off x="10420350" y="3771900"/>
            <a:ext cx="12382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7778"/>
          </a:bodyPr>
          <a:lstStyle xmlns:a="http://schemas.openxmlformats.org/drawingml/2006/main"/>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탐지</a:t>
            </a:r>
          </a:p>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데자뷰</a:t>
            </a:r>
          </a:p>
          <a:p xmlns:a="http://schemas.openxmlformats.org/drawingml/2006/main">
            <a:pPr algn="ctr">
              <a:lnSpc>
                <a:spcPct val="166667"/>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자연어 질문</a:t>
            </a:r>
          </a:p>
        </p:txBody>
      </p:sp>
      <p:sp>
        <p:nvSpPr>
          <p:cNvPr id="30" name="">
            <a:extLst xmlns:a="http://schemas.openxmlformats.org/drawingml/2006/main">
              <a:ext uri="{FF2B5EF4-FFF2-40B4-BE49-F238E27FC236}">
                <a16:creationId xmlns:a16="http://schemas.microsoft.com/office/drawing/2014/main" id="{2BECFE41-407C-481A-A969-5B0C79E2200C}"/>
              </a:ext>
            </a:extLst>
          </p:cNvPr>
          <p:cNvSpPr>
            <a:spLocks xmlns:a="http://schemas.openxmlformats.org/drawingml/2006/main" noGrp="1"/>
          </p:cNvSpPr>
          <p:nvPr/>
        </p:nvSpPr>
        <p:spPr>
          <a:xfrm xmlns:a="http://schemas.openxmlformats.org/drawingml/2006/main" flipH="0" flipV="0">
            <a:off x="1428750" y="5619750"/>
            <a:ext cx="9334500" cy="0"/>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31" name="">
            <a:extLst xmlns:a="http://schemas.openxmlformats.org/drawingml/2006/main">
              <a:ext uri="{FF2B5EF4-FFF2-40B4-BE49-F238E27FC236}">
                <a16:creationId xmlns:a16="http://schemas.microsoft.com/office/drawing/2014/main" id="{A2D0FA01-71D6-46C5-B934-7586BC2A44AF}"/>
              </a:ext>
            </a:extLst>
          </p:cNvPr>
          <p:cNvSpPr>
            <a:spLocks xmlns:a="http://schemas.openxmlformats.org/drawingml/2006/main" noGrp="1"/>
          </p:cNvSpPr>
          <p:nvPr/>
        </p:nvSpPr>
        <p:spPr>
          <a:xfrm xmlns:a="http://schemas.openxmlformats.org/drawingml/2006/main">
            <a:off x="3533775" y="5534025"/>
            <a:ext cx="171450" cy="1714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39B0A9B6-0C71-4B62-B191-262054551885}"/>
              </a:ext>
            </a:extLst>
          </p:cNvPr>
          <p:cNvSpPr>
            <a:spLocks xmlns:a="http://schemas.openxmlformats.org/drawingml/2006/main" noGrp="1"/>
          </p:cNvSpPr>
          <p:nvPr/>
        </p:nvSpPr>
        <p:spPr>
          <a:xfrm xmlns:a="http://schemas.openxmlformats.org/drawingml/2006/main">
            <a:off x="6010275" y="5534025"/>
            <a:ext cx="171450" cy="1714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835201A-9E07-497C-9BF0-1D30F26F02D3}"/>
              </a:ext>
            </a:extLst>
          </p:cNvPr>
          <p:cNvSpPr>
            <a:spLocks xmlns:a="http://schemas.openxmlformats.org/drawingml/2006/main" noGrp="1"/>
          </p:cNvSpPr>
          <p:nvPr/>
        </p:nvSpPr>
        <p:spPr>
          <a:xfrm xmlns:a="http://schemas.openxmlformats.org/drawingml/2006/main">
            <a:off x="8486775" y="5534025"/>
            <a:ext cx="171450" cy="1714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6D3C1D6A-EE5D-4142-A793-2C33578EB450}"/>
              </a:ext>
            </a:extLst>
          </p:cNvPr>
          <p:cNvSpPr>
            <a:spLocks xmlns:a="http://schemas.openxmlformats.org/drawingml/2006/main" noGrp="1"/>
          </p:cNvSpPr>
          <p:nvPr/>
        </p:nvSpPr>
        <p:spPr>
          <a:xfrm xmlns:a="http://schemas.openxmlformats.org/drawingml/2006/main">
            <a:off x="2114550" y="5829300"/>
            <a:ext cx="8001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현재 시장의 변화와 20년치 과거 사건을 동일한 Event 구조로 연결</a:t>
            </a:r>
          </a:p>
        </p:txBody>
      </p:sp>
      <p:sp>
        <p:nvSpPr>
          <p:cNvPr id="35" name="">
            <a:extLst xmlns:a="http://schemas.openxmlformats.org/drawingml/2006/main">
              <a:ext uri="{FF2B5EF4-FFF2-40B4-BE49-F238E27FC236}">
                <a16:creationId xmlns:a16="http://schemas.microsoft.com/office/drawing/2014/main" id="{96895E89-090B-4674-B0A2-62503AFA8EF6}"/>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6" name="">
            <a:extLst xmlns:a="http://schemas.openxmlformats.org/drawingml/2006/main">
              <a:ext uri="{FF2B5EF4-FFF2-40B4-BE49-F238E27FC236}">
                <a16:creationId xmlns:a16="http://schemas.microsoft.com/office/drawing/2014/main" id="{784659F3-CD1F-4A68-B188-D4915F5D1F51}"/>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14058353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A3337DAF-18B6-4E2C-A4C7-AA514F5C75FC}"/>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9F7F8B9-2ED6-4B31-9F64-96FA6E7931D0}"/>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CE02791-C508-4252-88E0-4509EA4FE06F}"/>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CORE TECHNOLOGY</a:t>
            </a:r>
          </a:p>
        </p:txBody>
      </p:sp>
      <p:sp>
        <p:nvSpPr>
          <p:cNvPr id="4" name="">
            <a:extLst xmlns:a="http://schemas.openxmlformats.org/drawingml/2006/main">
              <a:ext uri="{FF2B5EF4-FFF2-40B4-BE49-F238E27FC236}">
                <a16:creationId xmlns:a16="http://schemas.microsoft.com/office/drawing/2014/main" id="{E42E90E1-4824-4409-AB89-3058012E6A15}"/>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흩어진 기록을 비교 가능한 Event 데이터로</a:t>
            </a:r>
          </a:p>
        </p:txBody>
      </p:sp>
      <p:sp>
        <p:nvSpPr>
          <p:cNvPr id="5" name="">
            <a:extLst xmlns:a="http://schemas.openxmlformats.org/drawingml/2006/main">
              <a:ext uri="{FF2B5EF4-FFF2-40B4-BE49-F238E27FC236}">
                <a16:creationId xmlns:a16="http://schemas.microsoft.com/office/drawing/2014/main" id="{EF682082-69BD-4950-8EEA-CD55F4B53690}"/>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08</a:t>
            </a:r>
          </a:p>
        </p:txBody>
      </p:sp>
      <p:sp>
        <p:nvSpPr>
          <p:cNvPr id="6" name="">
            <a:extLst xmlns:a="http://schemas.openxmlformats.org/drawingml/2006/main">
              <a:ext uri="{FF2B5EF4-FFF2-40B4-BE49-F238E27FC236}">
                <a16:creationId xmlns:a16="http://schemas.microsoft.com/office/drawing/2014/main" id="{C140456C-58A1-48E2-9B24-E5FA49770390}"/>
              </a:ext>
            </a:extLst>
          </p:cNvPr>
          <p:cNvSpPr>
            <a:spLocks xmlns:a="http://schemas.openxmlformats.org/drawingml/2006/main" noGrp="1"/>
          </p:cNvSpPr>
          <p:nvPr/>
        </p:nvSpPr>
        <p:spPr>
          <a:xfrm xmlns:a="http://schemas.openxmlformats.org/drawingml/2006/main">
            <a:off x="876300" y="12192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서비스의 핵심은 ‘많은 데이터’가 아니라 ‘비교할 수 있는 데이터’입니다.</a:t>
            </a:r>
          </a:p>
        </p:txBody>
      </p:sp>
      <p:sp>
        <p:nvSpPr>
          <p:cNvPr id="7" name="">
            <a:extLst xmlns:a="http://schemas.openxmlformats.org/drawingml/2006/main">
              <a:ext uri="{FF2B5EF4-FFF2-40B4-BE49-F238E27FC236}">
                <a16:creationId xmlns:a16="http://schemas.microsoft.com/office/drawing/2014/main" id="{19C6F997-695A-418D-B662-4CB16BB942E3}"/>
              </a:ext>
            </a:extLst>
          </p:cNvPr>
          <p:cNvSpPr>
            <a:spLocks xmlns:a="http://schemas.openxmlformats.org/drawingml/2006/main" noGrp="1"/>
          </p:cNvSpPr>
          <p:nvPr/>
        </p:nvSpPr>
        <p:spPr>
          <a:xfrm xmlns:a="http://schemas.openxmlformats.org/drawingml/2006/main">
            <a:off x="704850" y="19716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D9F28"/>
                </a:solidFill>
                <a:latin typeface="NanumSquare"/>
                <a:ea typeface="NanumSquare"/>
                <a:cs typeface="NanumSquare"/>
              </a:defRPr>
            </a:pPr>
            <a:r>
              <a:rPr sz="2850" b="1">
                <a:solidFill>
                  <a:srgbClr val="FD9F28"/>
                </a:solidFill>
                <a:latin typeface="NanumSquare"/>
                <a:ea typeface="NanumSquare"/>
                <a:cs typeface="NanumSquare"/>
              </a:rPr>
              <a:t>01</a:t>
            </a:r>
          </a:p>
        </p:txBody>
      </p:sp>
      <p:sp>
        <p:nvSpPr>
          <p:cNvPr id="8" name="">
            <a:extLst xmlns:a="http://schemas.openxmlformats.org/drawingml/2006/main">
              <a:ext uri="{FF2B5EF4-FFF2-40B4-BE49-F238E27FC236}">
                <a16:creationId xmlns:a16="http://schemas.microsoft.com/office/drawing/2014/main" id="{6C2DBDFA-4E38-4451-8901-978B8BF01B67}"/>
              </a:ext>
            </a:extLst>
          </p:cNvPr>
          <p:cNvSpPr>
            <a:spLocks xmlns:a="http://schemas.openxmlformats.org/drawingml/2006/main" noGrp="1"/>
          </p:cNvSpPr>
          <p:nvPr/>
        </p:nvSpPr>
        <p:spPr>
          <a:xfrm xmlns:a="http://schemas.openxmlformats.org/drawingml/2006/main">
            <a:off x="142875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COLLECT</a:t>
            </a:r>
          </a:p>
        </p:txBody>
      </p:sp>
      <p:sp>
        <p:nvSpPr>
          <p:cNvPr id="9" name="">
            <a:extLst xmlns:a="http://schemas.openxmlformats.org/drawingml/2006/main">
              <a:ext uri="{FF2B5EF4-FFF2-40B4-BE49-F238E27FC236}">
                <a16:creationId xmlns:a16="http://schemas.microsoft.com/office/drawing/2014/main" id="{8FCD7610-5F36-4361-9742-BD7426034050}"/>
              </a:ext>
            </a:extLst>
          </p:cNvPr>
          <p:cNvSpPr>
            <a:spLocks xmlns:a="http://schemas.openxmlformats.org/drawingml/2006/main" noGrp="1"/>
          </p:cNvSpPr>
          <p:nvPr/>
        </p:nvSpPr>
        <p:spPr>
          <a:xfrm xmlns:a="http://schemas.openxmlformats.org/drawingml/2006/main">
            <a:off x="704850" y="2724150"/>
            <a:ext cx="2381250" cy="2190750"/>
          </a:xfrm>
          <a:prstGeom xmlns:a="http://schemas.openxmlformats.org/drawingml/2006/main" prst="roundRect">
            <a:avLst>
              <a:gd name="adj" fmla="val 10435"/>
            </a:avLst>
          </a:prstGeom>
          <a:solidFill xmlns:a="http://schemas.openxmlformats.org/drawingml/2006/main">
            <a:srgbClr val="EEEE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C8E8DC-A5B2-4E46-9687-2E901B79ED3B}"/>
              </a:ext>
            </a:extLst>
          </p:cNvPr>
          <p:cNvSpPr>
            <a:spLocks xmlns:a="http://schemas.openxmlformats.org/drawingml/2006/main" noGrp="1"/>
          </p:cNvSpPr>
          <p:nvPr/>
        </p:nvSpPr>
        <p:spPr>
          <a:xfrm xmlns:a="http://schemas.openxmlformats.org/drawingml/2006/main">
            <a:off x="1657350" y="3057525"/>
            <a:ext cx="476250" cy="47625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9731AD7A-7ACC-48A2-8A3F-E8A9D5533E3E}"/>
              </a:ext>
            </a:extLst>
          </p:cNvPr>
          <p:cNvSpPr>
            <a:spLocks xmlns:a="http://schemas.openxmlformats.org/drawingml/2006/main" noGrp="1"/>
          </p:cNvSpPr>
          <p:nvPr/>
        </p:nvSpPr>
        <p:spPr>
          <a:xfrm xmlns:a="http://schemas.openxmlformats.org/drawingml/2006/main">
            <a:off x="1009650" y="3714750"/>
            <a:ext cx="1771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20년치</a:t>
            </a:r>
          </a:p>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테마 기록 수집</a:t>
            </a:r>
          </a:p>
        </p:txBody>
      </p:sp>
      <p:sp>
        <p:nvSpPr>
          <p:cNvPr id="12" name="">
            <a:extLst xmlns:a="http://schemas.openxmlformats.org/drawingml/2006/main">
              <a:ext uri="{FF2B5EF4-FFF2-40B4-BE49-F238E27FC236}">
                <a16:creationId xmlns:a16="http://schemas.microsoft.com/office/drawing/2014/main" id="{34E9FBCB-9EEA-4281-8E3D-78ED233A0737}"/>
              </a:ext>
            </a:extLst>
          </p:cNvPr>
          <p:cNvSpPr>
            <a:spLocks xmlns:a="http://schemas.openxmlformats.org/drawingml/2006/main" noGrp="1"/>
          </p:cNvSpPr>
          <p:nvPr/>
        </p:nvSpPr>
        <p:spPr>
          <a:xfrm xmlns:a="http://schemas.openxmlformats.org/drawingml/2006/main">
            <a:off x="3162300" y="3676650"/>
            <a:ext cx="3238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3" name="">
            <a:extLst xmlns:a="http://schemas.openxmlformats.org/drawingml/2006/main">
              <a:ext uri="{FF2B5EF4-FFF2-40B4-BE49-F238E27FC236}">
                <a16:creationId xmlns:a16="http://schemas.microsoft.com/office/drawing/2014/main" id="{B0DB4880-3328-449D-B533-3C46C5060ED1}"/>
              </a:ext>
            </a:extLst>
          </p:cNvPr>
          <p:cNvSpPr>
            <a:spLocks xmlns:a="http://schemas.openxmlformats.org/drawingml/2006/main" noGrp="1"/>
          </p:cNvSpPr>
          <p:nvPr/>
        </p:nvSpPr>
        <p:spPr>
          <a:xfrm xmlns:a="http://schemas.openxmlformats.org/drawingml/2006/main">
            <a:off x="3562350" y="19716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D9F28"/>
                </a:solidFill>
                <a:latin typeface="NanumSquare"/>
                <a:ea typeface="NanumSquare"/>
                <a:cs typeface="NanumSquare"/>
              </a:defRPr>
            </a:pPr>
            <a:r>
              <a:rPr sz="2850" b="1">
                <a:solidFill>
                  <a:srgbClr val="FD9F28"/>
                </a:solidFill>
                <a:latin typeface="NanumSquare"/>
                <a:ea typeface="NanumSquare"/>
                <a:cs typeface="NanumSquare"/>
              </a:rPr>
              <a:t>02</a:t>
            </a:r>
          </a:p>
        </p:txBody>
      </p:sp>
      <p:sp>
        <p:nvSpPr>
          <p:cNvPr id="14" name="">
            <a:extLst xmlns:a="http://schemas.openxmlformats.org/drawingml/2006/main">
              <a:ext uri="{FF2B5EF4-FFF2-40B4-BE49-F238E27FC236}">
                <a16:creationId xmlns:a16="http://schemas.microsoft.com/office/drawing/2014/main" id="{0002115B-95D0-4A32-A760-EEBC4E5CA2A6}"/>
              </a:ext>
            </a:extLst>
          </p:cNvPr>
          <p:cNvSpPr>
            <a:spLocks xmlns:a="http://schemas.openxmlformats.org/drawingml/2006/main" noGrp="1"/>
          </p:cNvSpPr>
          <p:nvPr/>
        </p:nvSpPr>
        <p:spPr>
          <a:xfrm xmlns:a="http://schemas.openxmlformats.org/drawingml/2006/main">
            <a:off x="428625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STRUCTURE</a:t>
            </a:r>
          </a:p>
        </p:txBody>
      </p:sp>
      <p:sp>
        <p:nvSpPr>
          <p:cNvPr id="15" name="">
            <a:extLst xmlns:a="http://schemas.openxmlformats.org/drawingml/2006/main">
              <a:ext uri="{FF2B5EF4-FFF2-40B4-BE49-F238E27FC236}">
                <a16:creationId xmlns:a16="http://schemas.microsoft.com/office/drawing/2014/main" id="{BB5B1E83-E6D2-4C33-9420-E7A73EF63CF4}"/>
              </a:ext>
            </a:extLst>
          </p:cNvPr>
          <p:cNvSpPr>
            <a:spLocks xmlns:a="http://schemas.openxmlformats.org/drawingml/2006/main" noGrp="1"/>
          </p:cNvSpPr>
          <p:nvPr/>
        </p:nvSpPr>
        <p:spPr>
          <a:xfrm xmlns:a="http://schemas.openxmlformats.org/drawingml/2006/main">
            <a:off x="3562350" y="2724150"/>
            <a:ext cx="2381250" cy="2190750"/>
          </a:xfrm>
          <a:prstGeom xmlns:a="http://schemas.openxmlformats.org/drawingml/2006/main" prst="roundRect">
            <a:avLst>
              <a:gd name="adj" fmla="val 10435"/>
            </a:avLst>
          </a:prstGeom>
          <a:solidFill xmlns:a="http://schemas.openxmlformats.org/drawingml/2006/main">
            <a:srgbClr val="EEEEE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B0A4C65-B1E8-496C-A914-84A61C5C2336}"/>
              </a:ext>
            </a:extLst>
          </p:cNvPr>
          <p:cNvSpPr>
            <a:spLocks xmlns:a="http://schemas.openxmlformats.org/drawingml/2006/main" noGrp="1"/>
          </p:cNvSpPr>
          <p:nvPr/>
        </p:nvSpPr>
        <p:spPr>
          <a:xfrm xmlns:a="http://schemas.openxmlformats.org/drawingml/2006/main">
            <a:off x="4514850" y="3057525"/>
            <a:ext cx="476250" cy="47625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3E1B472-247A-4CFC-8E40-29DF1AE3D96E}"/>
              </a:ext>
            </a:extLst>
          </p:cNvPr>
          <p:cNvSpPr>
            <a:spLocks xmlns:a="http://schemas.openxmlformats.org/drawingml/2006/main" noGrp="1"/>
          </p:cNvSpPr>
          <p:nvPr/>
        </p:nvSpPr>
        <p:spPr>
          <a:xfrm xmlns:a="http://schemas.openxmlformats.org/drawingml/2006/main">
            <a:off x="3867150" y="3714750"/>
            <a:ext cx="1771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문장을</a:t>
            </a:r>
          </a:p>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Event로 분해</a:t>
            </a:r>
          </a:p>
        </p:txBody>
      </p:sp>
      <p:sp>
        <p:nvSpPr>
          <p:cNvPr id="18" name="">
            <a:extLst xmlns:a="http://schemas.openxmlformats.org/drawingml/2006/main">
              <a:ext uri="{FF2B5EF4-FFF2-40B4-BE49-F238E27FC236}">
                <a16:creationId xmlns:a16="http://schemas.microsoft.com/office/drawing/2014/main" id="{D8CE6B2C-1021-4A39-9F64-A0609FC6EE9B}"/>
              </a:ext>
            </a:extLst>
          </p:cNvPr>
          <p:cNvSpPr>
            <a:spLocks xmlns:a="http://schemas.openxmlformats.org/drawingml/2006/main" noGrp="1"/>
          </p:cNvSpPr>
          <p:nvPr/>
        </p:nvSpPr>
        <p:spPr>
          <a:xfrm xmlns:a="http://schemas.openxmlformats.org/drawingml/2006/main">
            <a:off x="6019800" y="3676650"/>
            <a:ext cx="3238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9" name="">
            <a:extLst xmlns:a="http://schemas.openxmlformats.org/drawingml/2006/main">
              <a:ext uri="{FF2B5EF4-FFF2-40B4-BE49-F238E27FC236}">
                <a16:creationId xmlns:a16="http://schemas.microsoft.com/office/drawing/2014/main" id="{B7E757F9-9E90-4EDE-9F57-C290A0C2C490}"/>
              </a:ext>
            </a:extLst>
          </p:cNvPr>
          <p:cNvSpPr>
            <a:spLocks xmlns:a="http://schemas.openxmlformats.org/drawingml/2006/main" noGrp="1"/>
          </p:cNvSpPr>
          <p:nvPr/>
        </p:nvSpPr>
        <p:spPr>
          <a:xfrm xmlns:a="http://schemas.openxmlformats.org/drawingml/2006/main">
            <a:off x="6419850" y="19716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D9F28"/>
                </a:solidFill>
                <a:latin typeface="NanumSquare"/>
                <a:ea typeface="NanumSquare"/>
                <a:cs typeface="NanumSquare"/>
              </a:defRPr>
            </a:pPr>
            <a:r>
              <a:rPr sz="2850" b="1">
                <a:solidFill>
                  <a:srgbClr val="FD9F28"/>
                </a:solidFill>
                <a:latin typeface="NanumSquare"/>
                <a:ea typeface="NanumSquare"/>
                <a:cs typeface="NanumSquare"/>
              </a:rPr>
              <a:t>03</a:t>
            </a:r>
          </a:p>
        </p:txBody>
      </p:sp>
      <p:sp>
        <p:nvSpPr>
          <p:cNvPr id="20" name="">
            <a:extLst xmlns:a="http://schemas.openxmlformats.org/drawingml/2006/main">
              <a:ext uri="{FF2B5EF4-FFF2-40B4-BE49-F238E27FC236}">
                <a16:creationId xmlns:a16="http://schemas.microsoft.com/office/drawing/2014/main" id="{6B379979-C4B0-4FFD-BC67-5A42AACECE5F}"/>
              </a:ext>
            </a:extLst>
          </p:cNvPr>
          <p:cNvSpPr>
            <a:spLocks xmlns:a="http://schemas.openxmlformats.org/drawingml/2006/main" noGrp="1"/>
          </p:cNvSpPr>
          <p:nvPr/>
        </p:nvSpPr>
        <p:spPr>
          <a:xfrm xmlns:a="http://schemas.openxmlformats.org/drawingml/2006/main">
            <a:off x="714375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CONNECT</a:t>
            </a:r>
          </a:p>
        </p:txBody>
      </p:sp>
      <p:sp>
        <p:nvSpPr>
          <p:cNvPr id="21" name="">
            <a:extLst xmlns:a="http://schemas.openxmlformats.org/drawingml/2006/main">
              <a:ext uri="{FF2B5EF4-FFF2-40B4-BE49-F238E27FC236}">
                <a16:creationId xmlns:a16="http://schemas.microsoft.com/office/drawing/2014/main" id="{7141973E-9FE8-4ECE-8315-C8DF8B6A712B}"/>
              </a:ext>
            </a:extLst>
          </p:cNvPr>
          <p:cNvSpPr>
            <a:spLocks xmlns:a="http://schemas.openxmlformats.org/drawingml/2006/main" noGrp="1"/>
          </p:cNvSpPr>
          <p:nvPr/>
        </p:nvSpPr>
        <p:spPr>
          <a:xfrm xmlns:a="http://schemas.openxmlformats.org/drawingml/2006/main">
            <a:off x="6419850" y="2724150"/>
            <a:ext cx="2381250" cy="2190750"/>
          </a:xfrm>
          <a:prstGeom xmlns:a="http://schemas.openxmlformats.org/drawingml/2006/main" prst="roundRect">
            <a:avLst>
              <a:gd name="adj" fmla="val 10435"/>
            </a:avLst>
          </a:prstGeom>
          <a:solidFill xmlns:a="http://schemas.openxmlformats.org/drawingml/2006/main">
            <a:srgbClr val="401600"/>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A89AD87-218A-4319-82B9-C78747FFABC6}"/>
              </a:ext>
            </a:extLst>
          </p:cNvPr>
          <p:cNvSpPr>
            <a:spLocks xmlns:a="http://schemas.openxmlformats.org/drawingml/2006/main" noGrp="1"/>
          </p:cNvSpPr>
          <p:nvPr/>
        </p:nvSpPr>
        <p:spPr>
          <a:xfrm xmlns:a="http://schemas.openxmlformats.org/drawingml/2006/main">
            <a:off x="7372350" y="3057525"/>
            <a:ext cx="476250" cy="4762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790DDA65-71FB-41E5-B5AA-2E1CC29EE1F9}"/>
              </a:ext>
            </a:extLst>
          </p:cNvPr>
          <p:cNvSpPr>
            <a:spLocks xmlns:a="http://schemas.openxmlformats.org/drawingml/2006/main" noGrp="1"/>
          </p:cNvSpPr>
          <p:nvPr/>
        </p:nvSpPr>
        <p:spPr>
          <a:xfrm xmlns:a="http://schemas.openxmlformats.org/drawingml/2006/main">
            <a:off x="6724650" y="3714750"/>
            <a:ext cx="1771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54545"/>
              </a:lnSpc>
              <a:buNone/>
              <a:defRPr sz="1650" b="1">
                <a:solidFill>
                  <a:srgbClr val="FFFFFF"/>
                </a:solidFill>
                <a:latin typeface="NanumSquare"/>
                <a:ea typeface="NanumSquare"/>
                <a:cs typeface="NanumSquare"/>
              </a:defRPr>
            </a:pPr>
            <a:r>
              <a:rPr sz="1650" b="1">
                <a:solidFill>
                  <a:srgbClr val="FFFFFF"/>
                </a:solidFill>
                <a:latin typeface="NanumSquare"/>
                <a:ea typeface="NanumSquare"/>
                <a:cs typeface="NanumSquare"/>
              </a:rPr>
              <a:t>개체와 관계를</a:t>
            </a:r>
          </a:p>
          <a:p xmlns:a="http://schemas.openxmlformats.org/drawingml/2006/main">
            <a:pPr algn="ctr">
              <a:lnSpc>
                <a:spcPct val="154545"/>
              </a:lnSpc>
              <a:buNone/>
              <a:defRPr sz="1650" b="1">
                <a:solidFill>
                  <a:srgbClr val="FFFFFF"/>
                </a:solidFill>
                <a:latin typeface="NanumSquare"/>
                <a:ea typeface="NanumSquare"/>
                <a:cs typeface="NanumSquare"/>
              </a:defRPr>
            </a:pPr>
            <a:r>
              <a:rPr sz="1650" b="1">
                <a:solidFill>
                  <a:srgbClr val="FFFFFF"/>
                </a:solidFill>
                <a:latin typeface="NanumSquare"/>
                <a:ea typeface="NanumSquare"/>
                <a:cs typeface="NanumSquare"/>
              </a:rPr>
              <a:t>온톨로지로 연결</a:t>
            </a:r>
          </a:p>
        </p:txBody>
      </p:sp>
      <p:sp>
        <p:nvSpPr>
          <p:cNvPr id="24" name="">
            <a:extLst xmlns:a="http://schemas.openxmlformats.org/drawingml/2006/main">
              <a:ext uri="{FF2B5EF4-FFF2-40B4-BE49-F238E27FC236}">
                <a16:creationId xmlns:a16="http://schemas.microsoft.com/office/drawing/2014/main" id="{A94507E9-B1B8-4FBA-BE83-DF3EC2D66EF0}"/>
              </a:ext>
            </a:extLst>
          </p:cNvPr>
          <p:cNvSpPr>
            <a:spLocks xmlns:a="http://schemas.openxmlformats.org/drawingml/2006/main" noGrp="1"/>
          </p:cNvSpPr>
          <p:nvPr/>
        </p:nvSpPr>
        <p:spPr>
          <a:xfrm xmlns:a="http://schemas.openxmlformats.org/drawingml/2006/main">
            <a:off x="8877300" y="3676650"/>
            <a:ext cx="3238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25" name="">
            <a:extLst xmlns:a="http://schemas.openxmlformats.org/drawingml/2006/main">
              <a:ext uri="{FF2B5EF4-FFF2-40B4-BE49-F238E27FC236}">
                <a16:creationId xmlns:a16="http://schemas.microsoft.com/office/drawing/2014/main" id="{D5BDF79E-B2C1-4702-8CCD-554001C811A1}"/>
              </a:ext>
            </a:extLst>
          </p:cNvPr>
          <p:cNvSpPr>
            <a:spLocks xmlns:a="http://schemas.openxmlformats.org/drawingml/2006/main" noGrp="1"/>
          </p:cNvSpPr>
          <p:nvPr/>
        </p:nvSpPr>
        <p:spPr>
          <a:xfrm xmlns:a="http://schemas.openxmlformats.org/drawingml/2006/main">
            <a:off x="9277350" y="1971675"/>
            <a:ext cx="6286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D9F28"/>
                </a:solidFill>
                <a:latin typeface="NanumSquare"/>
                <a:ea typeface="NanumSquare"/>
                <a:cs typeface="NanumSquare"/>
              </a:defRPr>
            </a:pPr>
            <a:r>
              <a:rPr sz="2850" b="1">
                <a:solidFill>
                  <a:srgbClr val="FD9F28"/>
                </a:solidFill>
                <a:latin typeface="NanumSquare"/>
                <a:ea typeface="NanumSquare"/>
                <a:cs typeface="NanumSquare"/>
              </a:rPr>
              <a:t>04</a:t>
            </a:r>
          </a:p>
        </p:txBody>
      </p:sp>
      <p:sp>
        <p:nvSpPr>
          <p:cNvPr id="26" name="">
            <a:extLst xmlns:a="http://schemas.openxmlformats.org/drawingml/2006/main">
              <a:ext uri="{FF2B5EF4-FFF2-40B4-BE49-F238E27FC236}">
                <a16:creationId xmlns:a16="http://schemas.microsoft.com/office/drawing/2014/main" id="{A0D1FDB3-623A-4A18-B9AB-344CBF250A93}"/>
              </a:ext>
            </a:extLst>
          </p:cNvPr>
          <p:cNvSpPr>
            <a:spLocks xmlns:a="http://schemas.openxmlformats.org/drawingml/2006/main" noGrp="1"/>
          </p:cNvSpPr>
          <p:nvPr/>
        </p:nvSpPr>
        <p:spPr>
          <a:xfrm xmlns:a="http://schemas.openxmlformats.org/drawingml/2006/main">
            <a:off x="10001250" y="20955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ANSWER</a:t>
            </a:r>
          </a:p>
        </p:txBody>
      </p:sp>
      <p:sp>
        <p:nvSpPr>
          <p:cNvPr id="27" name="">
            <a:extLst xmlns:a="http://schemas.openxmlformats.org/drawingml/2006/main">
              <a:ext uri="{FF2B5EF4-FFF2-40B4-BE49-F238E27FC236}">
                <a16:creationId xmlns:a16="http://schemas.microsoft.com/office/drawing/2014/main" id="{6F1B46E4-FA8B-4C5D-8E5F-8B4AB769F780}"/>
              </a:ext>
            </a:extLst>
          </p:cNvPr>
          <p:cNvSpPr>
            <a:spLocks xmlns:a="http://schemas.openxmlformats.org/drawingml/2006/main" noGrp="1"/>
          </p:cNvSpPr>
          <p:nvPr/>
        </p:nvSpPr>
        <p:spPr>
          <a:xfrm xmlns:a="http://schemas.openxmlformats.org/drawingml/2006/main">
            <a:off x="9277350" y="2724150"/>
            <a:ext cx="2381250" cy="2190750"/>
          </a:xfrm>
          <a:prstGeom xmlns:a="http://schemas.openxmlformats.org/drawingml/2006/main" prst="roundRect">
            <a:avLst>
              <a:gd name="adj" fmla="val 10435"/>
            </a:avLst>
          </a:prstGeom>
          <a:solidFill xmlns:a="http://schemas.openxmlformats.org/drawingml/2006/main">
            <a:srgbClr val="EEEEE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E68651F6-453C-4260-85C8-9F7B127A0B90}"/>
              </a:ext>
            </a:extLst>
          </p:cNvPr>
          <p:cNvSpPr>
            <a:spLocks xmlns:a="http://schemas.openxmlformats.org/drawingml/2006/main" noGrp="1"/>
          </p:cNvSpPr>
          <p:nvPr/>
        </p:nvSpPr>
        <p:spPr>
          <a:xfrm xmlns:a="http://schemas.openxmlformats.org/drawingml/2006/main">
            <a:off x="10229850" y="3057525"/>
            <a:ext cx="476250" cy="47625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78CA7FD7-495E-410C-9DBB-31981DF442B4}"/>
              </a:ext>
            </a:extLst>
          </p:cNvPr>
          <p:cNvSpPr>
            <a:spLocks xmlns:a="http://schemas.openxmlformats.org/drawingml/2006/main" noGrp="1"/>
          </p:cNvSpPr>
          <p:nvPr/>
        </p:nvSpPr>
        <p:spPr>
          <a:xfrm xmlns:a="http://schemas.openxmlformats.org/drawingml/2006/main">
            <a:off x="9582150" y="3714750"/>
            <a:ext cx="17716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8039"/>
          </a:bodyPr>
          <a:lstStyle xmlns:a="http://schemas.openxmlformats.org/drawingml/2006/main"/>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과거 비교와</a:t>
            </a:r>
          </a:p>
          <a:p xmlns:a="http://schemas.openxmlformats.org/drawingml/2006/main">
            <a:pPr algn="ctr">
              <a:lnSpc>
                <a:spcPct val="154545"/>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질문 응답에 활용</a:t>
            </a:r>
          </a:p>
        </p:txBody>
      </p:sp>
      <p:sp>
        <p:nvSpPr>
          <p:cNvPr id="30" name="">
            <a:extLst xmlns:a="http://schemas.openxmlformats.org/drawingml/2006/main">
              <a:ext uri="{FF2B5EF4-FFF2-40B4-BE49-F238E27FC236}">
                <a16:creationId xmlns:a16="http://schemas.microsoft.com/office/drawing/2014/main" id="{FAAC2D85-241E-4269-9794-5273893BC449}"/>
              </a:ext>
            </a:extLst>
          </p:cNvPr>
          <p:cNvSpPr>
            <a:spLocks xmlns:a="http://schemas.openxmlformats.org/drawingml/2006/main" noGrp="1"/>
          </p:cNvSpPr>
          <p:nvPr/>
        </p:nvSpPr>
        <p:spPr>
          <a:xfrm xmlns:a="http://schemas.openxmlformats.org/drawingml/2006/main">
            <a:off x="1905000" y="5410200"/>
            <a:ext cx="8382000" cy="5905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31" name="">
            <a:extLst xmlns:a="http://schemas.openxmlformats.org/drawingml/2006/main">
              <a:ext uri="{FF2B5EF4-FFF2-40B4-BE49-F238E27FC236}">
                <a16:creationId xmlns:a16="http://schemas.microsoft.com/office/drawing/2014/main" id="{AA83BA5F-748C-428E-964E-00BB69399EAF}"/>
              </a:ext>
            </a:extLst>
          </p:cNvPr>
          <p:cNvSpPr>
            <a:spLocks xmlns:a="http://schemas.openxmlformats.org/drawingml/2006/main" noGrp="1"/>
          </p:cNvSpPr>
          <p:nvPr/>
        </p:nvSpPr>
        <p:spPr>
          <a:xfrm xmlns:a="http://schemas.openxmlformats.org/drawingml/2006/main">
            <a:off x="2190750" y="5410200"/>
            <a:ext cx="7810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725" b="1">
                <a:solidFill>
                  <a:srgbClr val="FFFFFF"/>
                </a:solidFill>
                <a:latin typeface="NanumSquare"/>
                <a:ea typeface="NanumSquare"/>
                <a:cs typeface="NanumSquare"/>
              </a:defRPr>
            </a:pPr>
            <a:r>
              <a:rPr sz="1725" b="1">
                <a:solidFill>
                  <a:srgbClr val="FFFFFF"/>
                </a:solidFill>
                <a:latin typeface="NanumSquare"/>
                <a:ea typeface="NanumSquare"/>
                <a:cs typeface="NanumSquare"/>
              </a:rPr>
              <a:t>원문 → 의미 구조 → 관계 → 실제 시장 반응</a:t>
            </a:r>
          </a:p>
        </p:txBody>
      </p:sp>
      <p:sp>
        <p:nvSpPr>
          <p:cNvPr id="32" name="">
            <a:extLst xmlns:a="http://schemas.openxmlformats.org/drawingml/2006/main">
              <a:ext uri="{FF2B5EF4-FFF2-40B4-BE49-F238E27FC236}">
                <a16:creationId xmlns:a16="http://schemas.microsoft.com/office/drawing/2014/main" id="{0AB79582-202A-4F2C-B216-2173D8A486B8}"/>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3" name="">
            <a:extLst xmlns:a="http://schemas.openxmlformats.org/drawingml/2006/main">
              <a:ext uri="{FF2B5EF4-FFF2-40B4-BE49-F238E27FC236}">
                <a16:creationId xmlns:a16="http://schemas.microsoft.com/office/drawing/2014/main" id="{66D19576-D120-488F-845F-1F25CC763F92}"/>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02359132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4" name="">
            <a:extLst xmlns:a="http://schemas.openxmlformats.org/drawingml/2006/main">
              <a:ext uri="{FF2B5EF4-FFF2-40B4-BE49-F238E27FC236}">
                <a16:creationId xmlns:a16="http://schemas.microsoft.com/office/drawing/2014/main" id="{BCC18BFA-81CF-40B0-90BA-C1AE29C5B36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B3A3D03-CBCA-44DF-ACEA-075F1ED19FD4}"/>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5861E01F-65A1-4934-8EE5-9E24F6C50B66}"/>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01 · DATA</a:t>
            </a:r>
          </a:p>
        </p:txBody>
      </p:sp>
      <p:sp>
        <p:nvSpPr>
          <p:cNvPr id="4" name="">
            <a:extLst xmlns:a="http://schemas.openxmlformats.org/drawingml/2006/main">
              <a:ext uri="{FF2B5EF4-FFF2-40B4-BE49-F238E27FC236}">
                <a16:creationId xmlns:a16="http://schemas.microsoft.com/office/drawing/2014/main" id="{A6A79977-476F-472E-B2AD-6AF958A9C1B1}"/>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화면으로만 보이던 테마 기록을 분석 데이터로</a:t>
            </a:r>
          </a:p>
        </p:txBody>
      </p:sp>
      <p:sp>
        <p:nvSpPr>
          <p:cNvPr id="5" name="">
            <a:extLst xmlns:a="http://schemas.openxmlformats.org/drawingml/2006/main">
              <a:ext uri="{FF2B5EF4-FFF2-40B4-BE49-F238E27FC236}">
                <a16:creationId xmlns:a16="http://schemas.microsoft.com/office/drawing/2014/main" id="{9099762D-EBA6-4DBF-A39B-AE961A9909D3}"/>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09</a:t>
            </a:r>
          </a:p>
        </p:txBody>
      </p:sp>
      <p:sp>
        <p:nvSpPr>
          <p:cNvPr id="6" name="">
            <a:extLst xmlns:a="http://schemas.openxmlformats.org/drawingml/2006/main">
              <a:ext uri="{FF2B5EF4-FFF2-40B4-BE49-F238E27FC236}">
                <a16:creationId xmlns:a16="http://schemas.microsoft.com/office/drawing/2014/main" id="{D9918689-B459-47AA-A639-C5C1FBF2C9C6}"/>
              </a:ext>
            </a:extLst>
          </p:cNvPr>
          <p:cNvSpPr>
            <a:spLocks xmlns:a="http://schemas.openxmlformats.org/drawingml/2006/main" noGrp="1"/>
          </p:cNvSpPr>
          <p:nvPr/>
        </p:nvSpPr>
        <p:spPr>
          <a:xfrm xmlns:a="http://schemas.openxmlformats.org/drawingml/2006/main">
            <a:off x="876300" y="12192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인포스탁의 테마 히스토리·주도주·일일 시황을 직접 수집했습니다.</a:t>
            </a:r>
          </a:p>
        </p:txBody>
      </p:sp>
      <p:sp>
        <p:nvSpPr>
          <p:cNvPr id="7" name="">
            <a:extLst xmlns:a="http://schemas.openxmlformats.org/drawingml/2006/main">
              <a:ext uri="{FF2B5EF4-FFF2-40B4-BE49-F238E27FC236}">
                <a16:creationId xmlns:a16="http://schemas.microsoft.com/office/drawing/2014/main" id="{DA4454B8-B21B-430F-BC88-392C834FE01E}"/>
              </a:ext>
            </a:extLst>
          </p:cNvPr>
          <p:cNvSpPr>
            <a:spLocks xmlns:a="http://schemas.openxmlformats.org/drawingml/2006/main" noGrp="1"/>
          </p:cNvSpPr>
          <p:nvPr/>
        </p:nvSpPr>
        <p:spPr>
          <a:xfrm xmlns:a="http://schemas.openxmlformats.org/drawingml/2006/main">
            <a:off x="723900" y="1809750"/>
            <a:ext cx="5238750" cy="3638550"/>
          </a:xfrm>
          <a:prstGeom xmlns:a="http://schemas.openxmlformats.org/drawingml/2006/main" prst="roundRect">
            <a:avLst>
              <a:gd name="adj" fmla="val 6283"/>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45649DF-C2A1-478D-B479-1D850FB9F3FE}"/>
              </a:ext>
            </a:extLst>
          </p:cNvPr>
          <p:cNvSpPr>
            <a:spLocks xmlns:a="http://schemas.openxmlformats.org/drawingml/2006/main" noGrp="1"/>
          </p:cNvSpPr>
          <p:nvPr/>
        </p:nvSpPr>
        <p:spPr>
          <a:xfrm xmlns:a="http://schemas.openxmlformats.org/drawingml/2006/main">
            <a:off x="1009650" y="2114550"/>
            <a:ext cx="4667250" cy="438150"/>
          </a:xfrm>
          <a:prstGeom xmlns:a="http://schemas.openxmlformats.org/drawingml/2006/main" prst="roundRect">
            <a:avLst>
              <a:gd name="adj" fmla="val 26087"/>
            </a:avLst>
          </a:prstGeom>
          <a:solidFill xmlns:a="http://schemas.openxmlformats.org/drawingml/2006/main">
            <a:srgbClr val="40160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144383C7-7674-4477-BDCF-2816DF56EA91}"/>
              </a:ext>
            </a:extLst>
          </p:cNvPr>
          <p:cNvSpPr>
            <a:spLocks xmlns:a="http://schemas.openxmlformats.org/drawingml/2006/main" noGrp="1"/>
          </p:cNvSpPr>
          <p:nvPr/>
        </p:nvSpPr>
        <p:spPr>
          <a:xfrm xmlns:a="http://schemas.openxmlformats.org/drawingml/2006/main">
            <a:off x="1200150" y="2114550"/>
            <a:ext cx="42862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THEME HISTORY / INFOSTOCK</a:t>
            </a:r>
          </a:p>
        </p:txBody>
      </p:sp>
      <p:sp>
        <p:nvSpPr>
          <p:cNvPr id="10" name="">
            <a:extLst xmlns:a="http://schemas.openxmlformats.org/drawingml/2006/main">
              <a:ext uri="{FF2B5EF4-FFF2-40B4-BE49-F238E27FC236}">
                <a16:creationId xmlns:a16="http://schemas.microsoft.com/office/drawing/2014/main" id="{40931311-8039-4289-9C65-49C912D71F69}"/>
              </a:ext>
            </a:extLst>
          </p:cNvPr>
          <p:cNvSpPr>
            <a:spLocks xmlns:a="http://schemas.openxmlformats.org/drawingml/2006/main" noGrp="1"/>
          </p:cNvSpPr>
          <p:nvPr/>
        </p:nvSpPr>
        <p:spPr>
          <a:xfrm xmlns:a="http://schemas.openxmlformats.org/drawingml/2006/main">
            <a:off x="1009650" y="2724150"/>
            <a:ext cx="4667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55F7D6-8E04-47A3-91EC-5AF81043207E}"/>
              </a:ext>
            </a:extLst>
          </p:cNvPr>
          <p:cNvSpPr>
            <a:spLocks xmlns:a="http://schemas.openxmlformats.org/drawingml/2006/main" noGrp="1"/>
          </p:cNvSpPr>
          <p:nvPr/>
        </p:nvSpPr>
        <p:spPr>
          <a:xfrm xmlns:a="http://schemas.openxmlformats.org/drawingml/2006/main">
            <a:off x="1143000" y="27241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2026.08.17</a:t>
            </a:r>
          </a:p>
        </p:txBody>
      </p:sp>
      <p:sp>
        <p:nvSpPr>
          <p:cNvPr id="12" name="">
            <a:extLst xmlns:a="http://schemas.openxmlformats.org/drawingml/2006/main">
              <a:ext uri="{FF2B5EF4-FFF2-40B4-BE49-F238E27FC236}">
                <a16:creationId xmlns:a16="http://schemas.microsoft.com/office/drawing/2014/main" id="{3C7E2D01-4F5E-4E91-AEF7-DA1FAD4FF626}"/>
              </a:ext>
            </a:extLst>
          </p:cNvPr>
          <p:cNvSpPr>
            <a:spLocks xmlns:a="http://schemas.openxmlformats.org/drawingml/2006/main" noGrp="1"/>
          </p:cNvSpPr>
          <p:nvPr/>
        </p:nvSpPr>
        <p:spPr>
          <a:xfrm xmlns:a="http://schemas.openxmlformats.org/drawingml/2006/main">
            <a:off x="2247900" y="272415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로봇</a:t>
            </a:r>
          </a:p>
        </p:txBody>
      </p:sp>
      <p:sp>
        <p:nvSpPr>
          <p:cNvPr id="13" name="">
            <a:extLst xmlns:a="http://schemas.openxmlformats.org/drawingml/2006/main">
              <a:ext uri="{FF2B5EF4-FFF2-40B4-BE49-F238E27FC236}">
                <a16:creationId xmlns:a16="http://schemas.microsoft.com/office/drawing/2014/main" id="{779FE15A-7BD8-45AA-9EB1-B12C331E77C0}"/>
              </a:ext>
            </a:extLst>
          </p:cNvPr>
          <p:cNvSpPr>
            <a:spLocks xmlns:a="http://schemas.openxmlformats.org/drawingml/2006/main" noGrp="1"/>
          </p:cNvSpPr>
          <p:nvPr/>
        </p:nvSpPr>
        <p:spPr>
          <a:xfrm xmlns:a="http://schemas.openxmlformats.org/drawingml/2006/main">
            <a:off x="3086100" y="27241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000000"/>
                </a:solidFill>
                <a:latin typeface="NanumSquare"/>
                <a:ea typeface="NanumSquare"/>
                <a:cs typeface="NanumSquare"/>
              </a:defRPr>
            </a:pPr>
            <a:r>
              <a:rPr sz="1050" b="0">
                <a:solidFill>
                  <a:srgbClr val="000000"/>
                </a:solidFill>
                <a:latin typeface="NanumSquare"/>
                <a:ea typeface="NanumSquare"/>
                <a:cs typeface="NanumSquare"/>
              </a:rPr>
              <a:t>정부 정책 기대</a:t>
            </a:r>
          </a:p>
        </p:txBody>
      </p:sp>
      <p:sp>
        <p:nvSpPr>
          <p:cNvPr id="14" name="">
            <a:extLst xmlns:a="http://schemas.openxmlformats.org/drawingml/2006/main">
              <a:ext uri="{FF2B5EF4-FFF2-40B4-BE49-F238E27FC236}">
                <a16:creationId xmlns:a16="http://schemas.microsoft.com/office/drawing/2014/main" id="{0F0F8871-5CD7-47F8-86B4-392CF123C1DC}"/>
              </a:ext>
            </a:extLst>
          </p:cNvPr>
          <p:cNvSpPr>
            <a:spLocks xmlns:a="http://schemas.openxmlformats.org/drawingml/2006/main" noGrp="1"/>
          </p:cNvSpPr>
          <p:nvPr/>
        </p:nvSpPr>
        <p:spPr>
          <a:xfrm xmlns:a="http://schemas.openxmlformats.org/drawingml/2006/main">
            <a:off x="1009650" y="3181350"/>
            <a:ext cx="4667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A94E8302-FAB9-4853-9445-C77D506F8A1E}"/>
              </a:ext>
            </a:extLst>
          </p:cNvPr>
          <p:cNvSpPr>
            <a:spLocks xmlns:a="http://schemas.openxmlformats.org/drawingml/2006/main" noGrp="1"/>
          </p:cNvSpPr>
          <p:nvPr/>
        </p:nvSpPr>
        <p:spPr>
          <a:xfrm xmlns:a="http://schemas.openxmlformats.org/drawingml/2006/main">
            <a:off x="1143000" y="31813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2026.08.12</a:t>
            </a:r>
          </a:p>
        </p:txBody>
      </p:sp>
      <p:sp>
        <p:nvSpPr>
          <p:cNvPr id="16" name="">
            <a:extLst xmlns:a="http://schemas.openxmlformats.org/drawingml/2006/main">
              <a:ext uri="{FF2B5EF4-FFF2-40B4-BE49-F238E27FC236}">
                <a16:creationId xmlns:a16="http://schemas.microsoft.com/office/drawing/2014/main" id="{D53FB9EE-BB0C-4EF2-831B-4E2E6B0F1592}"/>
              </a:ext>
            </a:extLst>
          </p:cNvPr>
          <p:cNvSpPr>
            <a:spLocks xmlns:a="http://schemas.openxmlformats.org/drawingml/2006/main" noGrp="1"/>
          </p:cNvSpPr>
          <p:nvPr/>
        </p:nvSpPr>
        <p:spPr>
          <a:xfrm xmlns:a="http://schemas.openxmlformats.org/drawingml/2006/main">
            <a:off x="2247900" y="318135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원전</a:t>
            </a:r>
          </a:p>
        </p:txBody>
      </p:sp>
      <p:sp>
        <p:nvSpPr>
          <p:cNvPr id="17" name="">
            <a:extLst xmlns:a="http://schemas.openxmlformats.org/drawingml/2006/main">
              <a:ext uri="{FF2B5EF4-FFF2-40B4-BE49-F238E27FC236}">
                <a16:creationId xmlns:a16="http://schemas.microsoft.com/office/drawing/2014/main" id="{2BF2E6B7-DDDF-4B67-A572-621BFAF4BA0A}"/>
              </a:ext>
            </a:extLst>
          </p:cNvPr>
          <p:cNvSpPr>
            <a:spLocks xmlns:a="http://schemas.openxmlformats.org/drawingml/2006/main" noGrp="1"/>
          </p:cNvSpPr>
          <p:nvPr/>
        </p:nvSpPr>
        <p:spPr>
          <a:xfrm xmlns:a="http://schemas.openxmlformats.org/drawingml/2006/main">
            <a:off x="3086100" y="31813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000000"/>
                </a:solidFill>
                <a:latin typeface="NanumSquare"/>
                <a:ea typeface="NanumSquare"/>
                <a:cs typeface="NanumSquare"/>
              </a:defRPr>
            </a:pPr>
            <a:r>
              <a:rPr sz="1050" b="0">
                <a:solidFill>
                  <a:srgbClr val="000000"/>
                </a:solidFill>
                <a:latin typeface="NanumSquare"/>
                <a:ea typeface="NanumSquare"/>
                <a:cs typeface="NanumSquare"/>
              </a:rPr>
              <a:t>해외 수주</a:t>
            </a:r>
          </a:p>
        </p:txBody>
      </p:sp>
      <p:sp>
        <p:nvSpPr>
          <p:cNvPr id="18" name="">
            <a:extLst xmlns:a="http://schemas.openxmlformats.org/drawingml/2006/main">
              <a:ext uri="{FF2B5EF4-FFF2-40B4-BE49-F238E27FC236}">
                <a16:creationId xmlns:a16="http://schemas.microsoft.com/office/drawing/2014/main" id="{21BA6AD1-6A62-4632-BE11-E73F03457F92}"/>
              </a:ext>
            </a:extLst>
          </p:cNvPr>
          <p:cNvSpPr>
            <a:spLocks xmlns:a="http://schemas.openxmlformats.org/drawingml/2006/main" noGrp="1"/>
          </p:cNvSpPr>
          <p:nvPr/>
        </p:nvSpPr>
        <p:spPr>
          <a:xfrm xmlns:a="http://schemas.openxmlformats.org/drawingml/2006/main">
            <a:off x="1009650" y="3638550"/>
            <a:ext cx="4667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475F37D-A6B1-4FCE-9486-BC66FCC38E63}"/>
              </a:ext>
            </a:extLst>
          </p:cNvPr>
          <p:cNvSpPr>
            <a:spLocks xmlns:a="http://schemas.openxmlformats.org/drawingml/2006/main" noGrp="1"/>
          </p:cNvSpPr>
          <p:nvPr/>
        </p:nvSpPr>
        <p:spPr>
          <a:xfrm xmlns:a="http://schemas.openxmlformats.org/drawingml/2006/main">
            <a:off x="1143000" y="36385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2026.08.08</a:t>
            </a:r>
          </a:p>
        </p:txBody>
      </p:sp>
      <p:sp>
        <p:nvSpPr>
          <p:cNvPr id="20" name="">
            <a:extLst xmlns:a="http://schemas.openxmlformats.org/drawingml/2006/main">
              <a:ext uri="{FF2B5EF4-FFF2-40B4-BE49-F238E27FC236}">
                <a16:creationId xmlns:a16="http://schemas.microsoft.com/office/drawing/2014/main" id="{9BAEBEC5-FBB4-489A-B1A0-67C9A2418F6C}"/>
              </a:ext>
            </a:extLst>
          </p:cNvPr>
          <p:cNvSpPr>
            <a:spLocks xmlns:a="http://schemas.openxmlformats.org/drawingml/2006/main" noGrp="1"/>
          </p:cNvSpPr>
          <p:nvPr/>
        </p:nvSpPr>
        <p:spPr>
          <a:xfrm xmlns:a="http://schemas.openxmlformats.org/drawingml/2006/main">
            <a:off x="2247900" y="363855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방산</a:t>
            </a:r>
          </a:p>
        </p:txBody>
      </p:sp>
      <p:sp>
        <p:nvSpPr>
          <p:cNvPr id="21" name="">
            <a:extLst xmlns:a="http://schemas.openxmlformats.org/drawingml/2006/main">
              <a:ext uri="{FF2B5EF4-FFF2-40B4-BE49-F238E27FC236}">
                <a16:creationId xmlns:a16="http://schemas.microsoft.com/office/drawing/2014/main" id="{FE409892-83BC-44EF-A624-09E7EF9723E7}"/>
              </a:ext>
            </a:extLst>
          </p:cNvPr>
          <p:cNvSpPr>
            <a:spLocks xmlns:a="http://schemas.openxmlformats.org/drawingml/2006/main" noGrp="1"/>
          </p:cNvSpPr>
          <p:nvPr/>
        </p:nvSpPr>
        <p:spPr>
          <a:xfrm xmlns:a="http://schemas.openxmlformats.org/drawingml/2006/main">
            <a:off x="3086100" y="36385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000000"/>
                </a:solidFill>
                <a:latin typeface="NanumSquare"/>
                <a:ea typeface="NanumSquare"/>
                <a:cs typeface="NanumSquare"/>
              </a:defRPr>
            </a:pPr>
            <a:r>
              <a:rPr sz="1050" b="0">
                <a:solidFill>
                  <a:srgbClr val="000000"/>
                </a:solidFill>
                <a:latin typeface="NanumSquare"/>
                <a:ea typeface="NanumSquare"/>
                <a:cs typeface="NanumSquare"/>
              </a:rPr>
              <a:t>수출 계약</a:t>
            </a:r>
          </a:p>
        </p:txBody>
      </p:sp>
      <p:sp>
        <p:nvSpPr>
          <p:cNvPr id="22" name="">
            <a:extLst xmlns:a="http://schemas.openxmlformats.org/drawingml/2006/main">
              <a:ext uri="{FF2B5EF4-FFF2-40B4-BE49-F238E27FC236}">
                <a16:creationId xmlns:a16="http://schemas.microsoft.com/office/drawing/2014/main" id="{6302EF15-C6A7-41E8-97A2-B91E46274A1C}"/>
              </a:ext>
            </a:extLst>
          </p:cNvPr>
          <p:cNvSpPr>
            <a:spLocks xmlns:a="http://schemas.openxmlformats.org/drawingml/2006/main" noGrp="1"/>
          </p:cNvSpPr>
          <p:nvPr/>
        </p:nvSpPr>
        <p:spPr>
          <a:xfrm xmlns:a="http://schemas.openxmlformats.org/drawingml/2006/main">
            <a:off x="1009650" y="4095750"/>
            <a:ext cx="4667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FB829A08-397D-4030-B8BE-AD7839EEBB68}"/>
              </a:ext>
            </a:extLst>
          </p:cNvPr>
          <p:cNvSpPr>
            <a:spLocks xmlns:a="http://schemas.openxmlformats.org/drawingml/2006/main" noGrp="1"/>
          </p:cNvSpPr>
          <p:nvPr/>
        </p:nvSpPr>
        <p:spPr>
          <a:xfrm xmlns:a="http://schemas.openxmlformats.org/drawingml/2006/main">
            <a:off x="1143000" y="40957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2026.08.03</a:t>
            </a:r>
          </a:p>
        </p:txBody>
      </p:sp>
      <p:sp>
        <p:nvSpPr>
          <p:cNvPr id="24" name="">
            <a:extLst xmlns:a="http://schemas.openxmlformats.org/drawingml/2006/main">
              <a:ext uri="{FF2B5EF4-FFF2-40B4-BE49-F238E27FC236}">
                <a16:creationId xmlns:a16="http://schemas.microsoft.com/office/drawing/2014/main" id="{27776E77-5515-454D-BB34-0594E3827A0C}"/>
              </a:ext>
            </a:extLst>
          </p:cNvPr>
          <p:cNvSpPr>
            <a:spLocks xmlns:a="http://schemas.openxmlformats.org/drawingml/2006/main" noGrp="1"/>
          </p:cNvSpPr>
          <p:nvPr/>
        </p:nvSpPr>
        <p:spPr>
          <a:xfrm xmlns:a="http://schemas.openxmlformats.org/drawingml/2006/main">
            <a:off x="2247900" y="409575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반도체</a:t>
            </a:r>
          </a:p>
        </p:txBody>
      </p:sp>
      <p:sp>
        <p:nvSpPr>
          <p:cNvPr id="25" name="">
            <a:extLst xmlns:a="http://schemas.openxmlformats.org/drawingml/2006/main">
              <a:ext uri="{FF2B5EF4-FFF2-40B4-BE49-F238E27FC236}">
                <a16:creationId xmlns:a16="http://schemas.microsoft.com/office/drawing/2014/main" id="{4E2871EA-0312-43CB-9214-A52B829B13F8}"/>
              </a:ext>
            </a:extLst>
          </p:cNvPr>
          <p:cNvSpPr>
            <a:spLocks xmlns:a="http://schemas.openxmlformats.org/drawingml/2006/main" noGrp="1"/>
          </p:cNvSpPr>
          <p:nvPr/>
        </p:nvSpPr>
        <p:spPr>
          <a:xfrm xmlns:a="http://schemas.openxmlformats.org/drawingml/2006/main">
            <a:off x="3086100" y="40957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000000"/>
                </a:solidFill>
                <a:latin typeface="NanumSquare"/>
                <a:ea typeface="NanumSquare"/>
                <a:cs typeface="NanumSquare"/>
              </a:defRPr>
            </a:pPr>
            <a:r>
              <a:rPr sz="1050" b="0">
                <a:solidFill>
                  <a:srgbClr val="000000"/>
                </a:solidFill>
                <a:latin typeface="NanumSquare"/>
                <a:ea typeface="NanumSquare"/>
                <a:cs typeface="NanumSquare"/>
              </a:rPr>
              <a:t>실적 전망</a:t>
            </a:r>
          </a:p>
        </p:txBody>
      </p:sp>
      <p:sp>
        <p:nvSpPr>
          <p:cNvPr id="26" name="">
            <a:extLst xmlns:a="http://schemas.openxmlformats.org/drawingml/2006/main">
              <a:ext uri="{FF2B5EF4-FFF2-40B4-BE49-F238E27FC236}">
                <a16:creationId xmlns:a16="http://schemas.microsoft.com/office/drawing/2014/main" id="{2B92536A-AE4F-44F2-8BEE-0EA7E83C5908}"/>
              </a:ext>
            </a:extLst>
          </p:cNvPr>
          <p:cNvSpPr>
            <a:spLocks xmlns:a="http://schemas.openxmlformats.org/drawingml/2006/main" noGrp="1"/>
          </p:cNvSpPr>
          <p:nvPr/>
        </p:nvSpPr>
        <p:spPr>
          <a:xfrm xmlns:a="http://schemas.openxmlformats.org/drawingml/2006/main">
            <a:off x="1009650" y="4552950"/>
            <a:ext cx="4667250" cy="381000"/>
          </a:xfrm>
          <a:prstGeom xmlns:a="http://schemas.openxmlformats.org/drawingml/2006/main" prst="roundRect">
            <a:avLst>
              <a:gd name="adj" fmla="val 20000"/>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455C0E20-AB3D-4843-AF39-E2D9F005F30B}"/>
              </a:ext>
            </a:extLst>
          </p:cNvPr>
          <p:cNvSpPr>
            <a:spLocks xmlns:a="http://schemas.openxmlformats.org/drawingml/2006/main" noGrp="1"/>
          </p:cNvSpPr>
          <p:nvPr/>
        </p:nvSpPr>
        <p:spPr>
          <a:xfrm xmlns:a="http://schemas.openxmlformats.org/drawingml/2006/main">
            <a:off x="1143000" y="45529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2026.07.29</a:t>
            </a:r>
          </a:p>
        </p:txBody>
      </p:sp>
      <p:sp>
        <p:nvSpPr>
          <p:cNvPr id="28" name="">
            <a:extLst xmlns:a="http://schemas.openxmlformats.org/drawingml/2006/main">
              <a:ext uri="{FF2B5EF4-FFF2-40B4-BE49-F238E27FC236}">
                <a16:creationId xmlns:a16="http://schemas.microsoft.com/office/drawing/2014/main" id="{033B41DB-40D6-4D92-8E2F-BF6F17B4B5CF}"/>
              </a:ext>
            </a:extLst>
          </p:cNvPr>
          <p:cNvSpPr>
            <a:spLocks xmlns:a="http://schemas.openxmlformats.org/drawingml/2006/main" noGrp="1"/>
          </p:cNvSpPr>
          <p:nvPr/>
        </p:nvSpPr>
        <p:spPr>
          <a:xfrm xmlns:a="http://schemas.openxmlformats.org/drawingml/2006/main">
            <a:off x="2247900" y="4552950"/>
            <a:ext cx="819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바이오</a:t>
            </a:r>
          </a:p>
        </p:txBody>
      </p:sp>
      <p:sp>
        <p:nvSpPr>
          <p:cNvPr id="29" name="">
            <a:extLst xmlns:a="http://schemas.openxmlformats.org/drawingml/2006/main">
              <a:ext uri="{FF2B5EF4-FFF2-40B4-BE49-F238E27FC236}">
                <a16:creationId xmlns:a16="http://schemas.microsoft.com/office/drawing/2014/main" id="{45134A42-AF99-4FF5-834F-E31690E951ED}"/>
              </a:ext>
            </a:extLst>
          </p:cNvPr>
          <p:cNvSpPr>
            <a:spLocks xmlns:a="http://schemas.openxmlformats.org/drawingml/2006/main" noGrp="1"/>
          </p:cNvSpPr>
          <p:nvPr/>
        </p:nvSpPr>
        <p:spPr>
          <a:xfrm xmlns:a="http://schemas.openxmlformats.org/drawingml/2006/main">
            <a:off x="3086100" y="4552950"/>
            <a:ext cx="238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000000"/>
                </a:solidFill>
                <a:latin typeface="NanumSquare"/>
                <a:ea typeface="NanumSquare"/>
                <a:cs typeface="NanumSquare"/>
              </a:defRPr>
            </a:pPr>
            <a:r>
              <a:rPr sz="1050" b="0">
                <a:solidFill>
                  <a:srgbClr val="000000"/>
                </a:solidFill>
                <a:latin typeface="NanumSquare"/>
                <a:ea typeface="NanumSquare"/>
                <a:cs typeface="NanumSquare"/>
              </a:rPr>
              <a:t>임상 결과</a:t>
            </a:r>
          </a:p>
        </p:txBody>
      </p:sp>
      <p:sp>
        <p:nvSpPr>
          <p:cNvPr id="30" name="">
            <a:extLst xmlns:a="http://schemas.openxmlformats.org/drawingml/2006/main">
              <a:ext uri="{FF2B5EF4-FFF2-40B4-BE49-F238E27FC236}">
                <a16:creationId xmlns:a16="http://schemas.microsoft.com/office/drawing/2014/main" id="{7EC0AD03-1FBA-4FC3-8ACC-0495333A2C33}"/>
              </a:ext>
            </a:extLst>
          </p:cNvPr>
          <p:cNvSpPr>
            <a:spLocks xmlns:a="http://schemas.openxmlformats.org/drawingml/2006/main" noGrp="1"/>
          </p:cNvSpPr>
          <p:nvPr/>
        </p:nvSpPr>
        <p:spPr>
          <a:xfrm xmlns:a="http://schemas.openxmlformats.org/drawingml/2006/main">
            <a:off x="1009650" y="5105400"/>
            <a:ext cx="466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0">
                <a:solidFill>
                  <a:srgbClr val="401600"/>
                </a:solidFill>
                <a:latin typeface="NanumSquare"/>
                <a:ea typeface="NanumSquare"/>
                <a:cs typeface="NanumSquare"/>
              </a:defRPr>
            </a:pPr>
            <a:r>
              <a:rPr sz="900" b="0">
                <a:solidFill>
                  <a:srgbClr val="401600"/>
                </a:solidFill>
                <a:latin typeface="NanumSquare"/>
                <a:ea typeface="NanumSquare"/>
                <a:cs typeface="NanumSquare"/>
              </a:rPr>
              <a:t>※ 실제 화면 삽입 시 이 프레임을 이미지로 교체</a:t>
            </a:r>
          </a:p>
        </p:txBody>
      </p:sp>
      <p:sp>
        <p:nvSpPr>
          <p:cNvPr id="31" name="">
            <a:extLst xmlns:a="http://schemas.openxmlformats.org/drawingml/2006/main">
              <a:ext uri="{FF2B5EF4-FFF2-40B4-BE49-F238E27FC236}">
                <a16:creationId xmlns:a16="http://schemas.microsoft.com/office/drawing/2014/main" id="{E6D8D0D4-7E92-4731-A4D8-5A09E637EACA}"/>
              </a:ext>
            </a:extLst>
          </p:cNvPr>
          <p:cNvSpPr>
            <a:spLocks xmlns:a="http://schemas.openxmlformats.org/drawingml/2006/main" noGrp="1"/>
          </p:cNvSpPr>
          <p:nvPr/>
        </p:nvSpPr>
        <p:spPr>
          <a:xfrm xmlns:a="http://schemas.openxmlformats.org/drawingml/2006/main">
            <a:off x="6191250" y="3314700"/>
            <a:ext cx="704850" cy="51435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32" name="">
            <a:extLst xmlns:a="http://schemas.openxmlformats.org/drawingml/2006/main">
              <a:ext uri="{FF2B5EF4-FFF2-40B4-BE49-F238E27FC236}">
                <a16:creationId xmlns:a16="http://schemas.microsoft.com/office/drawing/2014/main" id="{DAE78291-DDF9-4F22-8DFD-34B6688B7DB3}"/>
              </a:ext>
            </a:extLst>
          </p:cNvPr>
          <p:cNvSpPr>
            <a:spLocks xmlns:a="http://schemas.openxmlformats.org/drawingml/2006/main" noGrp="1"/>
          </p:cNvSpPr>
          <p:nvPr/>
        </p:nvSpPr>
        <p:spPr>
          <a:xfrm xmlns:a="http://schemas.openxmlformats.org/drawingml/2006/main">
            <a:off x="6191250" y="3886200"/>
            <a:ext cx="7048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COLLECT</a:t>
            </a:r>
          </a:p>
        </p:txBody>
      </p:sp>
      <p:sp>
        <p:nvSpPr>
          <p:cNvPr id="33" name="">
            <a:extLst xmlns:a="http://schemas.openxmlformats.org/drawingml/2006/main">
              <a:ext uri="{FF2B5EF4-FFF2-40B4-BE49-F238E27FC236}">
                <a16:creationId xmlns:a16="http://schemas.microsoft.com/office/drawing/2014/main" id="{2278EFE1-6D83-4431-A265-7D7A3C600AD7}"/>
              </a:ext>
            </a:extLst>
          </p:cNvPr>
          <p:cNvSpPr>
            <a:spLocks xmlns:a="http://schemas.openxmlformats.org/drawingml/2006/main" noGrp="1"/>
          </p:cNvSpPr>
          <p:nvPr/>
        </p:nvSpPr>
        <p:spPr>
          <a:xfrm xmlns:a="http://schemas.openxmlformats.org/drawingml/2006/main">
            <a:off x="7124700" y="1809750"/>
            <a:ext cx="4324350" cy="3638550"/>
          </a:xfrm>
          <a:prstGeom xmlns:a="http://schemas.openxmlformats.org/drawingml/2006/main" prst="roundRect">
            <a:avLst>
              <a:gd name="adj" fmla="val 6283"/>
            </a:avLst>
          </a:prstGeom>
          <a:solidFill xmlns:a="http://schemas.openxmlformats.org/drawingml/2006/main">
            <a:srgbClr val="401600"/>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2EE6C976-58C1-4928-B08C-86F0582EE19E}"/>
              </a:ext>
            </a:extLst>
          </p:cNvPr>
          <p:cNvSpPr>
            <a:spLocks xmlns:a="http://schemas.openxmlformats.org/drawingml/2006/main" noGrp="1"/>
          </p:cNvSpPr>
          <p:nvPr/>
        </p:nvSpPr>
        <p:spPr>
          <a:xfrm xmlns:a="http://schemas.openxmlformats.org/drawingml/2006/main">
            <a:off x="7448550" y="2095500"/>
            <a:ext cx="36766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800" b="1">
                <a:solidFill>
                  <a:srgbClr val="FFFFFF"/>
                </a:solidFill>
                <a:latin typeface="NanumSquare"/>
                <a:ea typeface="NanumSquare"/>
                <a:cs typeface="NanumSquare"/>
              </a:defRPr>
            </a:pPr>
            <a:r>
              <a:rPr sz="1800" b="1">
                <a:solidFill>
                  <a:srgbClr val="FFFFFF"/>
                </a:solidFill>
                <a:latin typeface="NanumSquare"/>
                <a:ea typeface="NanumSquare"/>
                <a:cs typeface="NanumSquare"/>
              </a:rPr>
              <a:t>직접 개발한 수집기</a:t>
            </a:r>
          </a:p>
        </p:txBody>
      </p:sp>
      <p:sp>
        <p:nvSpPr>
          <p:cNvPr id="35" name="">
            <a:extLst xmlns:a="http://schemas.openxmlformats.org/drawingml/2006/main">
              <a:ext uri="{FF2B5EF4-FFF2-40B4-BE49-F238E27FC236}">
                <a16:creationId xmlns:a16="http://schemas.microsoft.com/office/drawing/2014/main" id="{849F8C78-50E0-449C-A95C-BA83C0ACE1F7}"/>
              </a:ext>
            </a:extLst>
          </p:cNvPr>
          <p:cNvSpPr>
            <a:spLocks xmlns:a="http://schemas.openxmlformats.org/drawingml/2006/main" noGrp="1"/>
          </p:cNvSpPr>
          <p:nvPr/>
        </p:nvSpPr>
        <p:spPr>
          <a:xfrm xmlns:a="http://schemas.openxmlformats.org/drawingml/2006/main">
            <a:off x="7410450" y="2743200"/>
            <a:ext cx="342900" cy="3429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0B6C6A9B-1EC0-4159-A35C-FD4EB0998D7F}"/>
              </a:ext>
            </a:extLst>
          </p:cNvPr>
          <p:cNvSpPr>
            <a:spLocks xmlns:a="http://schemas.openxmlformats.org/drawingml/2006/main" noGrp="1"/>
          </p:cNvSpPr>
          <p:nvPr/>
        </p:nvSpPr>
        <p:spPr>
          <a:xfrm xmlns:a="http://schemas.openxmlformats.org/drawingml/2006/main">
            <a:off x="7410450" y="27432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FFFFF"/>
                </a:solidFill>
                <a:latin typeface="NanumSquare"/>
                <a:ea typeface="NanumSquare"/>
                <a:cs typeface="NanumSquare"/>
              </a:defRPr>
            </a:pPr>
            <a:r>
              <a:rPr sz="900" b="1">
                <a:solidFill>
                  <a:srgbClr val="FFFFFF"/>
                </a:solidFill>
                <a:latin typeface="NanumSquare"/>
                <a:ea typeface="NanumSquare"/>
                <a:cs typeface="NanumSquare"/>
              </a:rPr>
              <a:t>01</a:t>
            </a:r>
          </a:p>
        </p:txBody>
      </p:sp>
      <p:sp>
        <p:nvSpPr>
          <p:cNvPr id="37" name="">
            <a:extLst xmlns:a="http://schemas.openxmlformats.org/drawingml/2006/main">
              <a:ext uri="{FF2B5EF4-FFF2-40B4-BE49-F238E27FC236}">
                <a16:creationId xmlns:a16="http://schemas.microsoft.com/office/drawing/2014/main" id="{77649CEB-F750-4B11-AE17-0BF3DD884080}"/>
              </a:ext>
            </a:extLst>
          </p:cNvPr>
          <p:cNvSpPr>
            <a:spLocks xmlns:a="http://schemas.openxmlformats.org/drawingml/2006/main" noGrp="1"/>
          </p:cNvSpPr>
          <p:nvPr/>
        </p:nvSpPr>
        <p:spPr>
          <a:xfrm xmlns:a="http://schemas.openxmlformats.org/drawingml/2006/main">
            <a:off x="7886700" y="27241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원문 수집</a:t>
            </a:r>
          </a:p>
        </p:txBody>
      </p:sp>
      <p:sp>
        <p:nvSpPr>
          <p:cNvPr id="38" name="">
            <a:extLst xmlns:a="http://schemas.openxmlformats.org/drawingml/2006/main">
              <a:ext uri="{FF2B5EF4-FFF2-40B4-BE49-F238E27FC236}">
                <a16:creationId xmlns:a16="http://schemas.microsoft.com/office/drawing/2014/main" id="{A047C996-6511-4DF2-80B0-083E6CE4BC8A}"/>
              </a:ext>
            </a:extLst>
          </p:cNvPr>
          <p:cNvSpPr>
            <a:spLocks xmlns:a="http://schemas.openxmlformats.org/drawingml/2006/main" noGrp="1"/>
          </p:cNvSpPr>
          <p:nvPr/>
        </p:nvSpPr>
        <p:spPr>
          <a:xfrm xmlns:a="http://schemas.openxmlformats.org/drawingml/2006/main">
            <a:off x="9105900" y="272415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NanumSquare"/>
                <a:ea typeface="NanumSquare"/>
                <a:cs typeface="NanumSquare"/>
              </a:defRPr>
            </a:pPr>
            <a:r>
              <a:rPr sz="1050" b="0">
                <a:solidFill>
                  <a:srgbClr val="FFFFFF"/>
                </a:solidFill>
                <a:latin typeface="NanumSquare"/>
                <a:ea typeface="NanumSquare"/>
                <a:cs typeface="NanumSquare"/>
              </a:rPr>
              <a:t>화면의 기록을 데이터로</a:t>
            </a:r>
          </a:p>
        </p:txBody>
      </p:sp>
      <p:sp>
        <p:nvSpPr>
          <p:cNvPr id="39" name="">
            <a:extLst xmlns:a="http://schemas.openxmlformats.org/drawingml/2006/main">
              <a:ext uri="{FF2B5EF4-FFF2-40B4-BE49-F238E27FC236}">
                <a16:creationId xmlns:a16="http://schemas.microsoft.com/office/drawing/2014/main" id="{43E54055-C68A-47D2-A0FF-C3AAC8EB8905}"/>
              </a:ext>
            </a:extLst>
          </p:cNvPr>
          <p:cNvSpPr>
            <a:spLocks xmlns:a="http://schemas.openxmlformats.org/drawingml/2006/main" noGrp="1"/>
          </p:cNvSpPr>
          <p:nvPr/>
        </p:nvSpPr>
        <p:spPr>
          <a:xfrm xmlns:a="http://schemas.openxmlformats.org/drawingml/2006/main">
            <a:off x="7410450" y="3333750"/>
            <a:ext cx="342900" cy="3429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FE8C1ED-C330-46D6-B091-9E2C9F360D07}"/>
              </a:ext>
            </a:extLst>
          </p:cNvPr>
          <p:cNvSpPr>
            <a:spLocks xmlns:a="http://schemas.openxmlformats.org/drawingml/2006/main" noGrp="1"/>
          </p:cNvSpPr>
          <p:nvPr/>
        </p:nvSpPr>
        <p:spPr>
          <a:xfrm xmlns:a="http://schemas.openxmlformats.org/drawingml/2006/main">
            <a:off x="7410450" y="33337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FFFFF"/>
                </a:solidFill>
                <a:latin typeface="NanumSquare"/>
                <a:ea typeface="NanumSquare"/>
                <a:cs typeface="NanumSquare"/>
              </a:defRPr>
            </a:pPr>
            <a:r>
              <a:rPr sz="900" b="1">
                <a:solidFill>
                  <a:srgbClr val="FFFFFF"/>
                </a:solidFill>
                <a:latin typeface="NanumSquare"/>
                <a:ea typeface="NanumSquare"/>
                <a:cs typeface="NanumSquare"/>
              </a:rPr>
              <a:t>02</a:t>
            </a:r>
          </a:p>
        </p:txBody>
      </p:sp>
      <p:sp>
        <p:nvSpPr>
          <p:cNvPr id="41" name="">
            <a:extLst xmlns:a="http://schemas.openxmlformats.org/drawingml/2006/main">
              <a:ext uri="{FF2B5EF4-FFF2-40B4-BE49-F238E27FC236}">
                <a16:creationId xmlns:a16="http://schemas.microsoft.com/office/drawing/2014/main" id="{68C98DD5-171C-40F8-8BAE-51C7D76BE9A9}"/>
              </a:ext>
            </a:extLst>
          </p:cNvPr>
          <p:cNvSpPr>
            <a:spLocks xmlns:a="http://schemas.openxmlformats.org/drawingml/2006/main" noGrp="1"/>
          </p:cNvSpPr>
          <p:nvPr/>
        </p:nvSpPr>
        <p:spPr>
          <a:xfrm xmlns:a="http://schemas.openxmlformats.org/drawingml/2006/main">
            <a:off x="7886700" y="331470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출처 보존</a:t>
            </a:r>
          </a:p>
        </p:txBody>
      </p:sp>
      <p:sp>
        <p:nvSpPr>
          <p:cNvPr id="42" name="">
            <a:extLst xmlns:a="http://schemas.openxmlformats.org/drawingml/2006/main">
              <a:ext uri="{FF2B5EF4-FFF2-40B4-BE49-F238E27FC236}">
                <a16:creationId xmlns:a16="http://schemas.microsoft.com/office/drawing/2014/main" id="{4BD3DF8A-E537-4F94-9964-D5C12EB6D4E1}"/>
              </a:ext>
            </a:extLst>
          </p:cNvPr>
          <p:cNvSpPr>
            <a:spLocks xmlns:a="http://schemas.openxmlformats.org/drawingml/2006/main" noGrp="1"/>
          </p:cNvSpPr>
          <p:nvPr/>
        </p:nvSpPr>
        <p:spPr>
          <a:xfrm xmlns:a="http://schemas.openxmlformats.org/drawingml/2006/main">
            <a:off x="9105900" y="331470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NanumSquare"/>
                <a:ea typeface="NanumSquare"/>
                <a:cs typeface="NanumSquare"/>
              </a:defRPr>
            </a:pPr>
            <a:r>
              <a:rPr sz="1050" b="0">
                <a:solidFill>
                  <a:srgbClr val="FFFFFF"/>
                </a:solidFill>
                <a:latin typeface="NanumSquare"/>
                <a:ea typeface="NanumSquare"/>
                <a:cs typeface="NanumSquare"/>
              </a:rPr>
              <a:t>원문·수집 시각·변경 이력</a:t>
            </a:r>
          </a:p>
        </p:txBody>
      </p:sp>
      <p:sp>
        <p:nvSpPr>
          <p:cNvPr id="43" name="">
            <a:extLst xmlns:a="http://schemas.openxmlformats.org/drawingml/2006/main">
              <a:ext uri="{FF2B5EF4-FFF2-40B4-BE49-F238E27FC236}">
                <a16:creationId xmlns:a16="http://schemas.microsoft.com/office/drawing/2014/main" id="{2B1562D2-F9DB-4672-B6CF-91FDFEC68FDF}"/>
              </a:ext>
            </a:extLst>
          </p:cNvPr>
          <p:cNvSpPr>
            <a:spLocks xmlns:a="http://schemas.openxmlformats.org/drawingml/2006/main" noGrp="1"/>
          </p:cNvSpPr>
          <p:nvPr/>
        </p:nvSpPr>
        <p:spPr>
          <a:xfrm xmlns:a="http://schemas.openxmlformats.org/drawingml/2006/main">
            <a:off x="7410450" y="3924300"/>
            <a:ext cx="342900" cy="3429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4" name="">
            <a:extLst xmlns:a="http://schemas.openxmlformats.org/drawingml/2006/main">
              <a:ext uri="{FF2B5EF4-FFF2-40B4-BE49-F238E27FC236}">
                <a16:creationId xmlns:a16="http://schemas.microsoft.com/office/drawing/2014/main" id="{0EA297C6-B530-44A5-B7D6-DF157552CBCF}"/>
              </a:ext>
            </a:extLst>
          </p:cNvPr>
          <p:cNvSpPr>
            <a:spLocks xmlns:a="http://schemas.openxmlformats.org/drawingml/2006/main" noGrp="1"/>
          </p:cNvSpPr>
          <p:nvPr/>
        </p:nvSpPr>
        <p:spPr>
          <a:xfrm xmlns:a="http://schemas.openxmlformats.org/drawingml/2006/main">
            <a:off x="7410450" y="392430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FFFFF"/>
                </a:solidFill>
                <a:latin typeface="NanumSquare"/>
                <a:ea typeface="NanumSquare"/>
                <a:cs typeface="NanumSquare"/>
              </a:defRPr>
            </a:pPr>
            <a:r>
              <a:rPr sz="900" b="1">
                <a:solidFill>
                  <a:srgbClr val="FFFFFF"/>
                </a:solidFill>
                <a:latin typeface="NanumSquare"/>
                <a:ea typeface="NanumSquare"/>
                <a:cs typeface="NanumSquare"/>
              </a:rPr>
              <a:t>03</a:t>
            </a:r>
          </a:p>
        </p:txBody>
      </p:sp>
      <p:sp>
        <p:nvSpPr>
          <p:cNvPr id="45" name="">
            <a:extLst xmlns:a="http://schemas.openxmlformats.org/drawingml/2006/main">
              <a:ext uri="{FF2B5EF4-FFF2-40B4-BE49-F238E27FC236}">
                <a16:creationId xmlns:a16="http://schemas.microsoft.com/office/drawing/2014/main" id="{E3BA0BA9-1071-44A4-8D7D-C179B6332050}"/>
              </a:ext>
            </a:extLst>
          </p:cNvPr>
          <p:cNvSpPr>
            <a:spLocks xmlns:a="http://schemas.openxmlformats.org/drawingml/2006/main" noGrp="1"/>
          </p:cNvSpPr>
          <p:nvPr/>
        </p:nvSpPr>
        <p:spPr>
          <a:xfrm xmlns:a="http://schemas.openxmlformats.org/drawingml/2006/main">
            <a:off x="7886700" y="390525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정규화</a:t>
            </a:r>
          </a:p>
        </p:txBody>
      </p:sp>
      <p:sp>
        <p:nvSpPr>
          <p:cNvPr id="46" name="">
            <a:extLst xmlns:a="http://schemas.openxmlformats.org/drawingml/2006/main">
              <a:ext uri="{FF2B5EF4-FFF2-40B4-BE49-F238E27FC236}">
                <a16:creationId xmlns:a16="http://schemas.microsoft.com/office/drawing/2014/main" id="{61911E43-5B73-4D15-BD86-47554C8B23BD}"/>
              </a:ext>
            </a:extLst>
          </p:cNvPr>
          <p:cNvSpPr>
            <a:spLocks xmlns:a="http://schemas.openxmlformats.org/drawingml/2006/main" noGrp="1"/>
          </p:cNvSpPr>
          <p:nvPr/>
        </p:nvSpPr>
        <p:spPr>
          <a:xfrm xmlns:a="http://schemas.openxmlformats.org/drawingml/2006/main">
            <a:off x="9105900" y="390525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NanumSquare"/>
                <a:ea typeface="NanumSquare"/>
                <a:cs typeface="NanumSquare"/>
              </a:defRPr>
            </a:pPr>
            <a:r>
              <a:rPr sz="1050" b="0">
                <a:solidFill>
                  <a:srgbClr val="FFFFFF"/>
                </a:solidFill>
                <a:latin typeface="NanumSquare"/>
                <a:ea typeface="NanumSquare"/>
                <a:cs typeface="NanumSquare"/>
              </a:rPr>
              <a:t>테마·날짜·종목·상승 이유 분리</a:t>
            </a:r>
          </a:p>
        </p:txBody>
      </p:sp>
      <p:sp>
        <p:nvSpPr>
          <p:cNvPr id="47" name="">
            <a:extLst xmlns:a="http://schemas.openxmlformats.org/drawingml/2006/main">
              <a:ext uri="{FF2B5EF4-FFF2-40B4-BE49-F238E27FC236}">
                <a16:creationId xmlns:a16="http://schemas.microsoft.com/office/drawing/2014/main" id="{BD566002-8138-426A-A3B1-4356CBEF8133}"/>
              </a:ext>
            </a:extLst>
          </p:cNvPr>
          <p:cNvSpPr>
            <a:spLocks xmlns:a="http://schemas.openxmlformats.org/drawingml/2006/main" noGrp="1"/>
          </p:cNvSpPr>
          <p:nvPr/>
        </p:nvSpPr>
        <p:spPr>
          <a:xfrm xmlns:a="http://schemas.openxmlformats.org/drawingml/2006/main">
            <a:off x="7410450" y="4514850"/>
            <a:ext cx="342900" cy="3429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8" name="">
            <a:extLst xmlns:a="http://schemas.openxmlformats.org/drawingml/2006/main">
              <a:ext uri="{FF2B5EF4-FFF2-40B4-BE49-F238E27FC236}">
                <a16:creationId xmlns:a16="http://schemas.microsoft.com/office/drawing/2014/main" id="{34562724-041F-4D21-89AC-A2ACC7DAF18B}"/>
              </a:ext>
            </a:extLst>
          </p:cNvPr>
          <p:cNvSpPr>
            <a:spLocks xmlns:a="http://schemas.openxmlformats.org/drawingml/2006/main" noGrp="1"/>
          </p:cNvSpPr>
          <p:nvPr/>
        </p:nvSpPr>
        <p:spPr>
          <a:xfrm xmlns:a="http://schemas.openxmlformats.org/drawingml/2006/main">
            <a:off x="7410450" y="4514850"/>
            <a:ext cx="3429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FFFFF"/>
                </a:solidFill>
                <a:latin typeface="NanumSquare"/>
                <a:ea typeface="NanumSquare"/>
                <a:cs typeface="NanumSquare"/>
              </a:defRPr>
            </a:pPr>
            <a:r>
              <a:rPr sz="900" b="1">
                <a:solidFill>
                  <a:srgbClr val="FFFFFF"/>
                </a:solidFill>
                <a:latin typeface="NanumSquare"/>
                <a:ea typeface="NanumSquare"/>
                <a:cs typeface="NanumSquare"/>
              </a:rPr>
              <a:t>04</a:t>
            </a:r>
          </a:p>
        </p:txBody>
      </p:sp>
      <p:sp>
        <p:nvSpPr>
          <p:cNvPr id="49" name="">
            <a:extLst xmlns:a="http://schemas.openxmlformats.org/drawingml/2006/main">
              <a:ext uri="{FF2B5EF4-FFF2-40B4-BE49-F238E27FC236}">
                <a16:creationId xmlns:a16="http://schemas.microsoft.com/office/drawing/2014/main" id="{C8CFA818-C6E4-4BB3-BC80-A55CB9A8380C}"/>
              </a:ext>
            </a:extLst>
          </p:cNvPr>
          <p:cNvSpPr>
            <a:spLocks xmlns:a="http://schemas.openxmlformats.org/drawingml/2006/main" noGrp="1"/>
          </p:cNvSpPr>
          <p:nvPr/>
        </p:nvSpPr>
        <p:spPr>
          <a:xfrm xmlns:a="http://schemas.openxmlformats.org/drawingml/2006/main">
            <a:off x="7886700" y="4495800"/>
            <a:ext cx="12001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연결</a:t>
            </a:r>
          </a:p>
        </p:txBody>
      </p:sp>
      <p:sp>
        <p:nvSpPr>
          <p:cNvPr id="50" name="">
            <a:extLst xmlns:a="http://schemas.openxmlformats.org/drawingml/2006/main">
              <a:ext uri="{FF2B5EF4-FFF2-40B4-BE49-F238E27FC236}">
                <a16:creationId xmlns:a16="http://schemas.microsoft.com/office/drawing/2014/main" id="{395FF2F3-E4F8-49C9-9E5B-5127D9BDE45B}"/>
              </a:ext>
            </a:extLst>
          </p:cNvPr>
          <p:cNvSpPr>
            <a:spLocks xmlns:a="http://schemas.openxmlformats.org/drawingml/2006/main" noGrp="1"/>
          </p:cNvSpPr>
          <p:nvPr/>
        </p:nvSpPr>
        <p:spPr>
          <a:xfrm xmlns:a="http://schemas.openxmlformats.org/drawingml/2006/main">
            <a:off x="9105900" y="4495800"/>
            <a:ext cx="20193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0">
                <a:solidFill>
                  <a:srgbClr val="FFFFFF"/>
                </a:solidFill>
                <a:latin typeface="NanumSquare"/>
                <a:ea typeface="NanumSquare"/>
                <a:cs typeface="NanumSquare"/>
              </a:defRPr>
            </a:pPr>
            <a:r>
              <a:rPr sz="1050" b="0">
                <a:solidFill>
                  <a:srgbClr val="FFFFFF"/>
                </a:solidFill>
                <a:latin typeface="NanumSquare"/>
                <a:ea typeface="NanumSquare"/>
                <a:cs typeface="NanumSquare"/>
              </a:rPr>
              <a:t>주도주와 테마 반응 연결</a:t>
            </a:r>
          </a:p>
        </p:txBody>
      </p:sp>
      <p:sp>
        <p:nvSpPr>
          <p:cNvPr id="51" name="">
            <a:extLst xmlns:a="http://schemas.openxmlformats.org/drawingml/2006/main">
              <a:ext uri="{FF2B5EF4-FFF2-40B4-BE49-F238E27FC236}">
                <a16:creationId xmlns:a16="http://schemas.microsoft.com/office/drawing/2014/main" id="{30F98CC4-C389-4331-84CF-2CB7BD7B2307}"/>
              </a:ext>
            </a:extLst>
          </p:cNvPr>
          <p:cNvSpPr>
            <a:spLocks xmlns:a="http://schemas.openxmlformats.org/drawingml/2006/main" noGrp="1"/>
          </p:cNvSpPr>
          <p:nvPr/>
        </p:nvSpPr>
        <p:spPr>
          <a:xfrm xmlns:a="http://schemas.openxmlformats.org/drawingml/2006/main">
            <a:off x="2000250" y="5810250"/>
            <a:ext cx="8191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FD9F28"/>
                </a:solidFill>
                <a:latin typeface="NanumSquare"/>
                <a:ea typeface="NanumSquare"/>
                <a:cs typeface="NanumSquare"/>
              </a:defRPr>
            </a:pPr>
            <a:r>
              <a:rPr sz="1575" b="1">
                <a:solidFill>
                  <a:srgbClr val="FD9F28"/>
                </a:solidFill>
                <a:latin typeface="NanumSquare"/>
                <a:ea typeface="NanumSquare"/>
                <a:cs typeface="NanumSquare"/>
              </a:rPr>
              <a:t>수집한 문장을 그대로 쓰지 않고, 분석 가능한 구조로 다시 설계했습니다.</a:t>
            </a:r>
          </a:p>
        </p:txBody>
      </p:sp>
      <p:sp>
        <p:nvSpPr>
          <p:cNvPr id="52" name="">
            <a:extLst xmlns:a="http://schemas.openxmlformats.org/drawingml/2006/main">
              <a:ext uri="{FF2B5EF4-FFF2-40B4-BE49-F238E27FC236}">
                <a16:creationId xmlns:a16="http://schemas.microsoft.com/office/drawing/2014/main" id="{FA17CCF7-4D80-482A-9F56-4616A7CF2C18}"/>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53" name="">
            <a:extLst xmlns:a="http://schemas.openxmlformats.org/drawingml/2006/main">
              <a:ext uri="{FF2B5EF4-FFF2-40B4-BE49-F238E27FC236}">
                <a16:creationId xmlns:a16="http://schemas.microsoft.com/office/drawing/2014/main" id="{5730E8F1-060D-41D8-A4A7-12412D254441}"/>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5631474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FB8F52E7-C47C-4B3C-A855-FA9FDDA4567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D083FC6-863A-48D0-A1FE-D10160307E6D}"/>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36C54C5-FC82-4907-AAA8-D2693D1371D9}"/>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01 · DATA</a:t>
            </a:r>
          </a:p>
        </p:txBody>
      </p:sp>
      <p:sp>
        <p:nvSpPr>
          <p:cNvPr id="4" name="">
            <a:extLst xmlns:a="http://schemas.openxmlformats.org/drawingml/2006/main">
              <a:ext uri="{FF2B5EF4-FFF2-40B4-BE49-F238E27FC236}">
                <a16:creationId xmlns:a16="http://schemas.microsoft.com/office/drawing/2014/main" id="{A4D69865-F56E-4DB1-92F7-B6927FA2F9C0}"/>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약 20년치 테마 시장의 기억을 확보했습니다</a:t>
            </a:r>
          </a:p>
        </p:txBody>
      </p:sp>
      <p:sp>
        <p:nvSpPr>
          <p:cNvPr id="5" name="">
            <a:extLst xmlns:a="http://schemas.openxmlformats.org/drawingml/2006/main">
              <a:ext uri="{FF2B5EF4-FFF2-40B4-BE49-F238E27FC236}">
                <a16:creationId xmlns:a16="http://schemas.microsoft.com/office/drawing/2014/main" id="{F00C4622-F840-42CF-A3CA-D213515D8BE3}"/>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10</a:t>
            </a:r>
          </a:p>
        </p:txBody>
      </p:sp>
      <p:sp>
        <p:nvSpPr>
          <p:cNvPr id="6" name="">
            <a:extLst xmlns:a="http://schemas.openxmlformats.org/drawingml/2006/main">
              <a:ext uri="{FF2B5EF4-FFF2-40B4-BE49-F238E27FC236}">
                <a16:creationId xmlns:a16="http://schemas.microsoft.com/office/drawing/2014/main" id="{309E791E-FF90-4A01-9FF9-A7D82F915803}"/>
              </a:ext>
            </a:extLst>
          </p:cNvPr>
          <p:cNvSpPr>
            <a:spLocks xmlns:a="http://schemas.openxmlformats.org/drawingml/2006/main" noGrp="1"/>
          </p:cNvSpPr>
          <p:nvPr/>
        </p:nvSpPr>
        <p:spPr>
          <a:xfrm xmlns:a="http://schemas.openxmlformats.org/drawingml/2006/main">
            <a:off x="876300" y="12192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오늘의 소재를 과거와 비교할 수 있는 장기 기준선을 만들었습니다.</a:t>
            </a:r>
          </a:p>
        </p:txBody>
      </p:sp>
      <p:sp>
        <p:nvSpPr>
          <p:cNvPr id="7" name="">
            <a:extLst xmlns:a="http://schemas.openxmlformats.org/drawingml/2006/main">
              <a:ext uri="{FF2B5EF4-FFF2-40B4-BE49-F238E27FC236}">
                <a16:creationId xmlns:a16="http://schemas.microsoft.com/office/drawing/2014/main" id="{35D35E2F-6F1E-46C1-B21B-E383A0B3FF15}"/>
              </a:ext>
            </a:extLst>
          </p:cNvPr>
          <p:cNvSpPr>
            <a:spLocks xmlns:a="http://schemas.openxmlformats.org/drawingml/2006/main" noGrp="1"/>
          </p:cNvSpPr>
          <p:nvPr/>
        </p:nvSpPr>
        <p:spPr>
          <a:xfrm xmlns:a="http://schemas.openxmlformats.org/drawingml/2006/main">
            <a:off x="742950" y="1952625"/>
            <a:ext cx="6705600" cy="3276600"/>
          </a:xfrm>
          <a:prstGeom xmlns:a="http://schemas.openxmlformats.org/drawingml/2006/main" prst="roundRect">
            <a:avLst>
              <a:gd name="adj" fmla="val 7558"/>
            </a:avLst>
          </a:prstGeom>
          <a:solidFill xmlns:a="http://schemas.openxmlformats.org/drawingml/2006/main">
            <a:srgbClr val="4016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A8539D4E-ADE0-4FCD-92B1-9706283F8DE5}"/>
              </a:ext>
            </a:extLst>
          </p:cNvPr>
          <p:cNvSpPr>
            <a:spLocks xmlns:a="http://schemas.openxmlformats.org/drawingml/2006/main" noGrp="1"/>
          </p:cNvSpPr>
          <p:nvPr/>
        </p:nvSpPr>
        <p:spPr>
          <a:xfrm xmlns:a="http://schemas.openxmlformats.org/drawingml/2006/main">
            <a:off x="1123950" y="21717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THEME HISTORY</a:t>
            </a:r>
          </a:p>
        </p:txBody>
      </p:sp>
      <p:sp>
        <p:nvSpPr>
          <p:cNvPr id="9" name="">
            <a:extLst xmlns:a="http://schemas.openxmlformats.org/drawingml/2006/main">
              <a:ext uri="{FF2B5EF4-FFF2-40B4-BE49-F238E27FC236}">
                <a16:creationId xmlns:a16="http://schemas.microsoft.com/office/drawing/2014/main" id="{AA6CC37B-FCBD-4F9B-B83C-9EC61BE0F4AF}"/>
              </a:ext>
            </a:extLst>
          </p:cNvPr>
          <p:cNvSpPr>
            <a:spLocks xmlns:a="http://schemas.openxmlformats.org/drawingml/2006/main" noGrp="1"/>
          </p:cNvSpPr>
          <p:nvPr/>
        </p:nvSpPr>
        <p:spPr>
          <a:xfrm xmlns:a="http://schemas.openxmlformats.org/drawingml/2006/main">
            <a:off x="1066800" y="2667000"/>
            <a:ext cx="58102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6450" b="1">
                <a:solidFill>
                  <a:srgbClr val="FFFFFF"/>
                </a:solidFill>
                <a:latin typeface="NanumSquare"/>
                <a:ea typeface="NanumSquare"/>
                <a:cs typeface="NanumSquare"/>
              </a:defRPr>
            </a:pPr>
            <a:r>
              <a:rPr sz="6450" b="1">
                <a:solidFill>
                  <a:srgbClr val="FFFFFF"/>
                </a:solidFill>
                <a:latin typeface="NanumSquare"/>
                <a:ea typeface="NanumSquare"/>
                <a:cs typeface="NanumSquare"/>
              </a:rPr>
              <a:t>39,696</a:t>
            </a:r>
          </a:p>
        </p:txBody>
      </p:sp>
      <p:sp>
        <p:nvSpPr>
          <p:cNvPr id="10" name="">
            <a:extLst xmlns:a="http://schemas.openxmlformats.org/drawingml/2006/main">
              <a:ext uri="{FF2B5EF4-FFF2-40B4-BE49-F238E27FC236}">
                <a16:creationId xmlns:a16="http://schemas.microsoft.com/office/drawing/2014/main" id="{4C1118FA-17A9-41FB-8387-2218EE364314}"/>
              </a:ext>
            </a:extLst>
          </p:cNvPr>
          <p:cNvSpPr>
            <a:spLocks xmlns:a="http://schemas.openxmlformats.org/drawingml/2006/main" noGrp="1"/>
          </p:cNvSpPr>
          <p:nvPr/>
        </p:nvSpPr>
        <p:spPr>
          <a:xfrm xmlns:a="http://schemas.openxmlformats.org/drawingml/2006/main">
            <a:off x="5314950" y="3181350"/>
            <a:ext cx="13525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2100" b="1">
                <a:solidFill>
                  <a:srgbClr val="FD9F28"/>
                </a:solidFill>
                <a:latin typeface="NanumSquare"/>
                <a:ea typeface="NanumSquare"/>
                <a:cs typeface="NanumSquare"/>
              </a:defRPr>
            </a:pPr>
            <a:r>
              <a:rPr sz="2100" b="1">
                <a:solidFill>
                  <a:srgbClr val="FD9F28"/>
                </a:solidFill>
                <a:latin typeface="NanumSquare"/>
                <a:ea typeface="NanumSquare"/>
                <a:cs typeface="NanumSquare"/>
              </a:rPr>
              <a:t>건</a:t>
            </a:r>
          </a:p>
        </p:txBody>
      </p:sp>
      <p:sp>
        <p:nvSpPr>
          <p:cNvPr id="11" name="">
            <a:extLst xmlns:a="http://schemas.openxmlformats.org/drawingml/2006/main">
              <a:ext uri="{FF2B5EF4-FFF2-40B4-BE49-F238E27FC236}">
                <a16:creationId xmlns:a16="http://schemas.microsoft.com/office/drawing/2014/main" id="{5770F1DB-B7BD-45D5-983D-9B05C54613C6}"/>
              </a:ext>
            </a:extLst>
          </p:cNvPr>
          <p:cNvSpPr>
            <a:spLocks xmlns:a="http://schemas.openxmlformats.org/drawingml/2006/main" noGrp="1"/>
          </p:cNvSpPr>
          <p:nvPr/>
        </p:nvSpPr>
        <p:spPr>
          <a:xfrm xmlns:a="http://schemas.openxmlformats.org/drawingml/2006/main" flipH="0" flipV="0">
            <a:off x="1123950" y="4000500"/>
            <a:ext cx="5924550" cy="0"/>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12" name="">
            <a:extLst xmlns:a="http://schemas.openxmlformats.org/drawingml/2006/main">
              <a:ext uri="{FF2B5EF4-FFF2-40B4-BE49-F238E27FC236}">
                <a16:creationId xmlns:a16="http://schemas.microsoft.com/office/drawing/2014/main" id="{5F79DA23-B4D7-4092-ADD0-E67CD30D0DCF}"/>
              </a:ext>
            </a:extLst>
          </p:cNvPr>
          <p:cNvSpPr>
            <a:spLocks xmlns:a="http://schemas.openxmlformats.org/drawingml/2006/main" noGrp="1"/>
          </p:cNvSpPr>
          <p:nvPr/>
        </p:nvSpPr>
        <p:spPr>
          <a:xfrm xmlns:a="http://schemas.openxmlformats.org/drawingml/2006/main">
            <a:off x="1123950" y="4248150"/>
            <a:ext cx="59245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725" b="1">
                <a:solidFill>
                  <a:srgbClr val="FFFFFF"/>
                </a:solidFill>
                <a:latin typeface="NanumSquare"/>
                <a:ea typeface="NanumSquare"/>
                <a:cs typeface="NanumSquare"/>
              </a:defRPr>
            </a:pPr>
            <a:r>
              <a:rPr sz="1725" b="1">
                <a:solidFill>
                  <a:srgbClr val="FFFFFF"/>
                </a:solidFill>
                <a:latin typeface="NanumSquare"/>
                <a:ea typeface="NanumSquare"/>
                <a:cs typeface="NanumSquare"/>
              </a:rPr>
              <a:t>2005 ───────────── 2026</a:t>
            </a:r>
          </a:p>
        </p:txBody>
      </p:sp>
      <p:sp>
        <p:nvSpPr>
          <p:cNvPr id="13" name="">
            <a:extLst xmlns:a="http://schemas.openxmlformats.org/drawingml/2006/main">
              <a:ext uri="{FF2B5EF4-FFF2-40B4-BE49-F238E27FC236}">
                <a16:creationId xmlns:a16="http://schemas.microsoft.com/office/drawing/2014/main" id="{B6221A72-A00B-4812-9839-4E13B8DD6903}"/>
              </a:ext>
            </a:extLst>
          </p:cNvPr>
          <p:cNvSpPr>
            <a:spLocks xmlns:a="http://schemas.openxmlformats.org/drawingml/2006/main" noGrp="1"/>
          </p:cNvSpPr>
          <p:nvPr/>
        </p:nvSpPr>
        <p:spPr>
          <a:xfrm xmlns:a="http://schemas.openxmlformats.org/drawingml/2006/main">
            <a:off x="1123950" y="4762500"/>
            <a:ext cx="5924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테마별 과거 원인과 주도 종목</a:t>
            </a:r>
          </a:p>
        </p:txBody>
      </p:sp>
      <p:sp>
        <p:nvSpPr>
          <p:cNvPr id="14" name="">
            <a:extLst xmlns:a="http://schemas.openxmlformats.org/drawingml/2006/main">
              <a:ext uri="{FF2B5EF4-FFF2-40B4-BE49-F238E27FC236}">
                <a16:creationId xmlns:a16="http://schemas.microsoft.com/office/drawing/2014/main" id="{8A78E404-348F-4C51-8E80-54D9CF485FB0}"/>
              </a:ext>
            </a:extLst>
          </p:cNvPr>
          <p:cNvSpPr>
            <a:spLocks xmlns:a="http://schemas.openxmlformats.org/drawingml/2006/main" noGrp="1"/>
          </p:cNvSpPr>
          <p:nvPr/>
        </p:nvSpPr>
        <p:spPr>
          <a:xfrm xmlns:a="http://schemas.openxmlformats.org/drawingml/2006/main">
            <a:off x="7810500" y="1952625"/>
            <a:ext cx="3638550" cy="1543050"/>
          </a:xfrm>
          <a:prstGeom xmlns:a="http://schemas.openxmlformats.org/drawingml/2006/main" prst="roundRect">
            <a:avLst>
              <a:gd name="adj" fmla="val 13580"/>
            </a:avLst>
          </a:prstGeom>
          <a:solidFill xmlns:a="http://schemas.openxmlformats.org/drawingml/2006/main">
            <a:srgbClr val="EEEEE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0A35F6C3-C0FF-44BF-9BCA-045BE96A6404}"/>
              </a:ext>
            </a:extLst>
          </p:cNvPr>
          <p:cNvSpPr>
            <a:spLocks xmlns:a="http://schemas.openxmlformats.org/drawingml/2006/main" noGrp="1"/>
          </p:cNvSpPr>
          <p:nvPr/>
        </p:nvSpPr>
        <p:spPr>
          <a:xfrm xmlns:a="http://schemas.openxmlformats.org/drawingml/2006/main">
            <a:off x="8096250" y="2152650"/>
            <a:ext cx="3067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401600"/>
                </a:solidFill>
                <a:latin typeface="NanumSquare"/>
                <a:ea typeface="NanumSquare"/>
                <a:cs typeface="NanumSquare"/>
              </a:defRPr>
            </a:pPr>
            <a:r>
              <a:rPr sz="975" b="1">
                <a:solidFill>
                  <a:srgbClr val="401600"/>
                </a:solidFill>
                <a:latin typeface="NanumSquare"/>
                <a:ea typeface="NanumSquare"/>
                <a:cs typeface="NanumSquare"/>
              </a:rPr>
              <a:t>DAILY THEME MARKET</a:t>
            </a:r>
          </a:p>
        </p:txBody>
      </p:sp>
      <p:sp>
        <p:nvSpPr>
          <p:cNvPr id="16" name="">
            <a:extLst xmlns:a="http://schemas.openxmlformats.org/drawingml/2006/main">
              <a:ext uri="{FF2B5EF4-FFF2-40B4-BE49-F238E27FC236}">
                <a16:creationId xmlns:a16="http://schemas.microsoft.com/office/drawing/2014/main" id="{851E7BAD-E852-4026-B29F-AF1F86828F97}"/>
              </a:ext>
            </a:extLst>
          </p:cNvPr>
          <p:cNvSpPr>
            <a:spLocks xmlns:a="http://schemas.openxmlformats.org/drawingml/2006/main" noGrp="1"/>
          </p:cNvSpPr>
          <p:nvPr/>
        </p:nvSpPr>
        <p:spPr>
          <a:xfrm xmlns:a="http://schemas.openxmlformats.org/drawingml/2006/main">
            <a:off x="8096250" y="2552700"/>
            <a:ext cx="20955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3450" b="1">
                <a:solidFill>
                  <a:srgbClr val="FD9F28"/>
                </a:solidFill>
                <a:latin typeface="NanumSquare"/>
                <a:ea typeface="NanumSquare"/>
                <a:cs typeface="NanumSquare"/>
              </a:defRPr>
            </a:pPr>
            <a:r>
              <a:rPr sz="3450" b="1">
                <a:solidFill>
                  <a:srgbClr val="FD9F28"/>
                </a:solidFill>
                <a:latin typeface="NanumSquare"/>
                <a:ea typeface="NanumSquare"/>
                <a:cs typeface="NanumSquare"/>
              </a:rPr>
              <a:t>4,655</a:t>
            </a:r>
          </a:p>
        </p:txBody>
      </p:sp>
      <p:sp>
        <p:nvSpPr>
          <p:cNvPr id="17" name="">
            <a:extLst xmlns:a="http://schemas.openxmlformats.org/drawingml/2006/main">
              <a:ext uri="{FF2B5EF4-FFF2-40B4-BE49-F238E27FC236}">
                <a16:creationId xmlns:a16="http://schemas.microsoft.com/office/drawing/2014/main" id="{16C5E0A8-8B42-4571-A900-195A996533E8}"/>
              </a:ext>
            </a:extLst>
          </p:cNvPr>
          <p:cNvSpPr>
            <a:spLocks xmlns:a="http://schemas.openxmlformats.org/drawingml/2006/main" noGrp="1"/>
          </p:cNvSpPr>
          <p:nvPr/>
        </p:nvSpPr>
        <p:spPr>
          <a:xfrm xmlns:a="http://schemas.openxmlformats.org/drawingml/2006/main">
            <a:off x="10115550" y="2695575"/>
            <a:ext cx="762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건</a:t>
            </a:r>
          </a:p>
        </p:txBody>
      </p:sp>
      <p:sp>
        <p:nvSpPr>
          <p:cNvPr id="18" name="">
            <a:extLst xmlns:a="http://schemas.openxmlformats.org/drawingml/2006/main">
              <a:ext uri="{FF2B5EF4-FFF2-40B4-BE49-F238E27FC236}">
                <a16:creationId xmlns:a16="http://schemas.microsoft.com/office/drawing/2014/main" id="{8CC5D601-C056-4AAE-B5F1-CC587396B60A}"/>
              </a:ext>
            </a:extLst>
          </p:cNvPr>
          <p:cNvSpPr>
            <a:spLocks xmlns:a="http://schemas.openxmlformats.org/drawingml/2006/main" noGrp="1"/>
          </p:cNvSpPr>
          <p:nvPr/>
        </p:nvSpPr>
        <p:spPr>
          <a:xfrm xmlns:a="http://schemas.openxmlformats.org/drawingml/2006/main">
            <a:off x="8096250" y="31432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2007 ─ 2026</a:t>
            </a:r>
          </a:p>
        </p:txBody>
      </p:sp>
      <p:sp>
        <p:nvSpPr>
          <p:cNvPr id="19" name="">
            <a:extLst xmlns:a="http://schemas.openxmlformats.org/drawingml/2006/main">
              <a:ext uri="{FF2B5EF4-FFF2-40B4-BE49-F238E27FC236}">
                <a16:creationId xmlns:a16="http://schemas.microsoft.com/office/drawing/2014/main" id="{24B0F8FE-1740-4E2F-A41A-91A2EDDCEAED}"/>
              </a:ext>
            </a:extLst>
          </p:cNvPr>
          <p:cNvSpPr>
            <a:spLocks xmlns:a="http://schemas.openxmlformats.org/drawingml/2006/main" noGrp="1"/>
          </p:cNvSpPr>
          <p:nvPr/>
        </p:nvSpPr>
        <p:spPr>
          <a:xfrm xmlns:a="http://schemas.openxmlformats.org/drawingml/2006/main">
            <a:off x="7810500" y="3686175"/>
            <a:ext cx="3638550" cy="1543050"/>
          </a:xfrm>
          <a:prstGeom xmlns:a="http://schemas.openxmlformats.org/drawingml/2006/main" prst="roundRect">
            <a:avLst>
              <a:gd name="adj" fmla="val 13580"/>
            </a:avLst>
          </a:prstGeom>
          <a:solidFill xmlns:a="http://schemas.openxmlformats.org/drawingml/2006/main">
            <a:srgbClr val="FD9F28"/>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3345E1BC-54C0-4B56-90C5-F4B1725E7110}"/>
              </a:ext>
            </a:extLst>
          </p:cNvPr>
          <p:cNvSpPr>
            <a:spLocks xmlns:a="http://schemas.openxmlformats.org/drawingml/2006/main" noGrp="1"/>
          </p:cNvSpPr>
          <p:nvPr/>
        </p:nvSpPr>
        <p:spPr>
          <a:xfrm xmlns:a="http://schemas.openxmlformats.org/drawingml/2006/main">
            <a:off x="8096250" y="3886200"/>
            <a:ext cx="3067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FFFFF"/>
                </a:solidFill>
                <a:latin typeface="NanumSquare"/>
                <a:ea typeface="NanumSquare"/>
                <a:cs typeface="NanumSquare"/>
              </a:defRPr>
            </a:pPr>
            <a:r>
              <a:rPr sz="975" b="1">
                <a:solidFill>
                  <a:srgbClr val="FFFFFF"/>
                </a:solidFill>
                <a:latin typeface="NanumSquare"/>
                <a:ea typeface="NanumSquare"/>
                <a:cs typeface="NanumSquare"/>
              </a:rPr>
              <a:t>LONGITUDINAL CONTEXT</a:t>
            </a:r>
          </a:p>
        </p:txBody>
      </p:sp>
      <p:sp>
        <p:nvSpPr>
          <p:cNvPr id="21" name="">
            <a:extLst xmlns:a="http://schemas.openxmlformats.org/drawingml/2006/main">
              <a:ext uri="{FF2B5EF4-FFF2-40B4-BE49-F238E27FC236}">
                <a16:creationId xmlns:a16="http://schemas.microsoft.com/office/drawing/2014/main" id="{ADD01B81-989F-462B-B4E8-995EFE4A760D}"/>
              </a:ext>
            </a:extLst>
          </p:cNvPr>
          <p:cNvSpPr>
            <a:spLocks xmlns:a="http://schemas.openxmlformats.org/drawingml/2006/main" noGrp="1"/>
          </p:cNvSpPr>
          <p:nvPr/>
        </p:nvSpPr>
        <p:spPr>
          <a:xfrm xmlns:a="http://schemas.openxmlformats.org/drawingml/2006/main">
            <a:off x="8096250" y="4305300"/>
            <a:ext cx="30670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700" b="1">
                <a:solidFill>
                  <a:srgbClr val="FFFFFF"/>
                </a:solidFill>
                <a:latin typeface="NanumSquare"/>
                <a:ea typeface="NanumSquare"/>
                <a:cs typeface="NanumSquare"/>
              </a:defRPr>
            </a:pPr>
            <a:r>
              <a:rPr sz="2700" b="1">
                <a:solidFill>
                  <a:srgbClr val="FFFFFF"/>
                </a:solidFill>
                <a:latin typeface="NanumSquare"/>
                <a:ea typeface="NanumSquare"/>
                <a:cs typeface="NanumSquare"/>
              </a:rPr>
              <a:t>약 20년</a:t>
            </a:r>
          </a:p>
        </p:txBody>
      </p:sp>
      <p:sp>
        <p:nvSpPr>
          <p:cNvPr id="22" name="">
            <a:extLst xmlns:a="http://schemas.openxmlformats.org/drawingml/2006/main">
              <a:ext uri="{FF2B5EF4-FFF2-40B4-BE49-F238E27FC236}">
                <a16:creationId xmlns:a16="http://schemas.microsoft.com/office/drawing/2014/main" id="{3A48FAAA-20DE-4FBD-9459-DCEB7BA2E50F}"/>
              </a:ext>
            </a:extLst>
          </p:cNvPr>
          <p:cNvSpPr>
            <a:spLocks xmlns:a="http://schemas.openxmlformats.org/drawingml/2006/main" noGrp="1"/>
          </p:cNvSpPr>
          <p:nvPr/>
        </p:nvSpPr>
        <p:spPr>
          <a:xfrm xmlns:a="http://schemas.openxmlformats.org/drawingml/2006/main">
            <a:off x="8096250" y="4857750"/>
            <a:ext cx="30670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같은 소재의 반복과 반응을 비교</a:t>
            </a:r>
          </a:p>
        </p:txBody>
      </p:sp>
      <p:sp>
        <p:nvSpPr>
          <p:cNvPr id="23" name="">
            <a:extLst xmlns:a="http://schemas.openxmlformats.org/drawingml/2006/main">
              <a:ext uri="{FF2B5EF4-FFF2-40B4-BE49-F238E27FC236}">
                <a16:creationId xmlns:a16="http://schemas.microsoft.com/office/drawing/2014/main" id="{76FD3EDA-E821-49E0-B2BC-9A1345AE2597}"/>
              </a:ext>
            </a:extLst>
          </p:cNvPr>
          <p:cNvSpPr>
            <a:spLocks xmlns:a="http://schemas.openxmlformats.org/drawingml/2006/main" noGrp="1"/>
          </p:cNvSpPr>
          <p:nvPr/>
        </p:nvSpPr>
        <p:spPr>
          <a:xfrm xmlns:a="http://schemas.openxmlformats.org/drawingml/2006/main">
            <a:off x="1524000" y="5686425"/>
            <a:ext cx="9144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하지만 데이터를 많이 모았다고 바로 ‘데자뷰 분석’이 되는 것은 아닙니다.</a:t>
            </a:r>
          </a:p>
        </p:txBody>
      </p:sp>
      <p:sp>
        <p:nvSpPr>
          <p:cNvPr id="24" name="">
            <a:extLst xmlns:a="http://schemas.openxmlformats.org/drawingml/2006/main">
              <a:ext uri="{FF2B5EF4-FFF2-40B4-BE49-F238E27FC236}">
                <a16:creationId xmlns:a16="http://schemas.microsoft.com/office/drawing/2014/main" id="{FD3C0B6B-D15B-40A0-82B8-8086110B31A0}"/>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25" name="">
            <a:extLst xmlns:a="http://schemas.openxmlformats.org/drawingml/2006/main">
              <a:ext uri="{FF2B5EF4-FFF2-40B4-BE49-F238E27FC236}">
                <a16:creationId xmlns:a16="http://schemas.microsoft.com/office/drawing/2014/main" id="{A69181D0-E973-491B-977A-681AB0C38740}"/>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60569816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838E7870-6199-48C5-8A71-4C9DE995DC6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8AE4C8C-EBBB-4BA4-B2A0-72288BD5CCFE}"/>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A2AFC8DF-C9B4-4CE5-A576-B3D23FC81724}"/>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02 · PROBLEM</a:t>
            </a:r>
          </a:p>
        </p:txBody>
      </p:sp>
      <p:sp>
        <p:nvSpPr>
          <p:cNvPr id="4" name="">
            <a:extLst xmlns:a="http://schemas.openxmlformats.org/drawingml/2006/main">
              <a:ext uri="{FF2B5EF4-FFF2-40B4-BE49-F238E27FC236}">
                <a16:creationId xmlns:a16="http://schemas.microsoft.com/office/drawing/2014/main" id="{53FF8B39-14BD-41A4-8EFD-8417F7730CAA}"/>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검색은 가능해도, 사건 비교와 집계는 틀릴 수 있습니다</a:t>
            </a:r>
          </a:p>
        </p:txBody>
      </p:sp>
      <p:sp>
        <p:nvSpPr>
          <p:cNvPr id="5" name="">
            <a:extLst xmlns:a="http://schemas.openxmlformats.org/drawingml/2006/main">
              <a:ext uri="{FF2B5EF4-FFF2-40B4-BE49-F238E27FC236}">
                <a16:creationId xmlns:a16="http://schemas.microsoft.com/office/drawing/2014/main" id="{F1CF00D8-4283-4650-A351-D7126D56E27C}"/>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11</a:t>
            </a:r>
          </a:p>
        </p:txBody>
      </p:sp>
      <p:sp>
        <p:nvSpPr>
          <p:cNvPr id="6" name="">
            <a:extLst xmlns:a="http://schemas.openxmlformats.org/drawingml/2006/main">
              <a:ext uri="{FF2B5EF4-FFF2-40B4-BE49-F238E27FC236}">
                <a16:creationId xmlns:a16="http://schemas.microsoft.com/office/drawing/2014/main" id="{F876D57F-8773-44F2-9845-5A04E625037F}"/>
              </a:ext>
            </a:extLst>
          </p:cNvPr>
          <p:cNvSpPr>
            <a:spLocks xmlns:a="http://schemas.openxmlformats.org/drawingml/2006/main" noGrp="1"/>
          </p:cNvSpPr>
          <p:nvPr/>
        </p:nvSpPr>
        <p:spPr>
          <a:xfrm xmlns:a="http://schemas.openxmlformats.org/drawingml/2006/main">
            <a:off x="742950" y="1466850"/>
            <a:ext cx="10706100" cy="1123950"/>
          </a:xfrm>
          <a:prstGeom xmlns:a="http://schemas.openxmlformats.org/drawingml/2006/main" prst="roundRect">
            <a:avLst>
              <a:gd name="adj" fmla="val 18644"/>
            </a:avLst>
          </a:prstGeom>
          <a:solidFill xmlns:a="http://schemas.openxmlformats.org/drawingml/2006/main">
            <a:srgbClr val="4016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9465760-ADCE-4A49-8F73-7998FD837091}"/>
              </a:ext>
            </a:extLst>
          </p:cNvPr>
          <p:cNvSpPr>
            <a:spLocks xmlns:a="http://schemas.openxmlformats.org/drawingml/2006/main" noGrp="1"/>
          </p:cNvSpPr>
          <p:nvPr/>
        </p:nvSpPr>
        <p:spPr>
          <a:xfrm xmlns:a="http://schemas.openxmlformats.org/drawingml/2006/main">
            <a:off x="1028700" y="1619250"/>
            <a:ext cx="101346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1880"/>
          </a:bodyPr>
          <a:lstStyle xmlns:a="http://schemas.openxmlformats.org/drawingml/2006/main"/>
          <a:p xmlns:a="http://schemas.openxmlformats.org/drawingml/2006/main">
            <a:pPr algn="ctr">
              <a:lnSpc>
                <a:spcPct val="134483"/>
              </a:lnSpc>
              <a:buNone/>
              <a:defRPr sz="2175" b="1">
                <a:solidFill>
                  <a:srgbClr val="FFFFFF"/>
                </a:solidFill>
                <a:latin typeface="NanumSquare"/>
                <a:ea typeface="NanumSquare"/>
                <a:cs typeface="NanumSquare"/>
              </a:defRPr>
            </a:pPr>
            <a:r>
              <a:rPr sz="2175" b="1">
                <a:solidFill>
                  <a:srgbClr val="FFFFFF"/>
                </a:solidFill>
                <a:latin typeface="NanumSquare"/>
                <a:ea typeface="NanumSquare"/>
                <a:cs typeface="NanumSquare"/>
              </a:rPr>
              <a:t>“정부의 로봇 산업 지원 기대감에 로봇 테마 상승,</a:t>
            </a:r>
          </a:p>
          <a:p xmlns:a="http://schemas.openxmlformats.org/drawingml/2006/main">
            <a:pPr algn="ctr">
              <a:lnSpc>
                <a:spcPct val="134483"/>
              </a:lnSpc>
              <a:buNone/>
              <a:defRPr sz="2175" b="1">
                <a:solidFill>
                  <a:srgbClr val="FFFFFF"/>
                </a:solidFill>
                <a:latin typeface="NanumSquare"/>
                <a:ea typeface="NanumSquare"/>
                <a:cs typeface="NanumSquare"/>
              </a:defRPr>
            </a:pPr>
            <a:r>
              <a:rPr sz="2175" b="1">
                <a:solidFill>
                  <a:srgbClr val="FFFFFF"/>
                </a:solidFill>
                <a:latin typeface="NanumSquare"/>
                <a:ea typeface="NanumSquare"/>
                <a:cs typeface="NanumSquare"/>
              </a:rPr>
              <a:t>A사·B사 강세”</a:t>
            </a:r>
          </a:p>
        </p:txBody>
      </p:sp>
      <p:sp>
        <p:nvSpPr>
          <p:cNvPr id="8" name="">
            <a:extLst xmlns:a="http://schemas.openxmlformats.org/drawingml/2006/main">
              <a:ext uri="{FF2B5EF4-FFF2-40B4-BE49-F238E27FC236}">
                <a16:creationId xmlns:a16="http://schemas.microsoft.com/office/drawing/2014/main" id="{54C9B8C5-EADB-4092-BA8E-EC2A1A0F2FB7}"/>
              </a:ext>
            </a:extLst>
          </p:cNvPr>
          <p:cNvSpPr>
            <a:spLocks xmlns:a="http://schemas.openxmlformats.org/drawingml/2006/main" noGrp="1"/>
          </p:cNvSpPr>
          <p:nvPr/>
        </p:nvSpPr>
        <p:spPr>
          <a:xfrm xmlns:a="http://schemas.openxmlformats.org/drawingml/2006/main" flipH="0" flipV="0">
            <a:off x="1924050" y="2590800"/>
            <a:ext cx="0" cy="428625"/>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9" name="">
            <a:extLst xmlns:a="http://schemas.openxmlformats.org/drawingml/2006/main">
              <a:ext uri="{FF2B5EF4-FFF2-40B4-BE49-F238E27FC236}">
                <a16:creationId xmlns:a16="http://schemas.microsoft.com/office/drawing/2014/main" id="{2B3F9D76-5CFC-4E5B-9D69-696DCAF343ED}"/>
              </a:ext>
            </a:extLst>
          </p:cNvPr>
          <p:cNvSpPr>
            <a:spLocks xmlns:a="http://schemas.openxmlformats.org/drawingml/2006/main" noGrp="1"/>
          </p:cNvSpPr>
          <p:nvPr/>
        </p:nvSpPr>
        <p:spPr>
          <a:xfrm xmlns:a="http://schemas.openxmlformats.org/drawingml/2006/main">
            <a:off x="1847850" y="2933700"/>
            <a:ext cx="152400" cy="1524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ADFCB52E-C4F2-4F41-B723-D93BE322431D}"/>
              </a:ext>
            </a:extLst>
          </p:cNvPr>
          <p:cNvSpPr>
            <a:spLocks xmlns:a="http://schemas.openxmlformats.org/drawingml/2006/main" noGrp="1"/>
          </p:cNvSpPr>
          <p:nvPr/>
        </p:nvSpPr>
        <p:spPr>
          <a:xfrm xmlns:a="http://schemas.openxmlformats.org/drawingml/2006/main">
            <a:off x="742950" y="3238500"/>
            <a:ext cx="2362200" cy="1485900"/>
          </a:xfrm>
          <a:prstGeom xmlns:a="http://schemas.openxmlformats.org/drawingml/2006/main" prst="roundRect">
            <a:avLst>
              <a:gd name="adj" fmla="val 12821"/>
            </a:avLst>
          </a:prstGeom>
          <a:solidFill xmlns:a="http://schemas.openxmlformats.org/drawingml/2006/main">
            <a:srgbClr val="EEEEE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37B7E3EE-69B5-4772-9A9F-4ACD10107AF2}"/>
              </a:ext>
            </a:extLst>
          </p:cNvPr>
          <p:cNvSpPr>
            <a:spLocks xmlns:a="http://schemas.openxmlformats.org/drawingml/2006/main" noGrp="1"/>
          </p:cNvSpPr>
          <p:nvPr/>
        </p:nvSpPr>
        <p:spPr>
          <a:xfrm xmlns:a="http://schemas.openxmlformats.org/drawingml/2006/main">
            <a:off x="933450" y="34099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정부</a:t>
            </a:r>
          </a:p>
        </p:txBody>
      </p:sp>
      <p:sp>
        <p:nvSpPr>
          <p:cNvPr id="12" name="">
            <a:extLst xmlns:a="http://schemas.openxmlformats.org/drawingml/2006/main">
              <a:ext uri="{FF2B5EF4-FFF2-40B4-BE49-F238E27FC236}">
                <a16:creationId xmlns:a16="http://schemas.microsoft.com/office/drawing/2014/main" id="{681D3FF1-318A-48DD-9B27-9E0975F8AB28}"/>
              </a:ext>
            </a:extLst>
          </p:cNvPr>
          <p:cNvSpPr>
            <a:spLocks xmlns:a="http://schemas.openxmlformats.org/drawingml/2006/main" noGrp="1"/>
          </p:cNvSpPr>
          <p:nvPr/>
        </p:nvSpPr>
        <p:spPr>
          <a:xfrm xmlns:a="http://schemas.openxmlformats.org/drawingml/2006/main">
            <a:off x="933450" y="3829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Actor</a:t>
            </a:r>
          </a:p>
        </p:txBody>
      </p:sp>
      <p:sp>
        <p:nvSpPr>
          <p:cNvPr id="13" name="">
            <a:extLst xmlns:a="http://schemas.openxmlformats.org/drawingml/2006/main">
              <a:ext uri="{FF2B5EF4-FFF2-40B4-BE49-F238E27FC236}">
                <a16:creationId xmlns:a16="http://schemas.microsoft.com/office/drawing/2014/main" id="{E6B6D6E6-4381-4888-9D37-8BE03EF251A5}"/>
              </a:ext>
            </a:extLst>
          </p:cNvPr>
          <p:cNvSpPr>
            <a:spLocks xmlns:a="http://schemas.openxmlformats.org/drawingml/2006/main" noGrp="1"/>
          </p:cNvSpPr>
          <p:nvPr/>
        </p:nvSpPr>
        <p:spPr>
          <a:xfrm xmlns:a="http://schemas.openxmlformats.org/drawingml/2006/main">
            <a:off x="933450" y="4210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사건 주체</a:t>
            </a:r>
          </a:p>
        </p:txBody>
      </p:sp>
      <p:sp>
        <p:nvSpPr>
          <p:cNvPr id="14" name="">
            <a:extLst xmlns:a="http://schemas.openxmlformats.org/drawingml/2006/main">
              <a:ext uri="{FF2B5EF4-FFF2-40B4-BE49-F238E27FC236}">
                <a16:creationId xmlns:a16="http://schemas.microsoft.com/office/drawing/2014/main" id="{427C2838-8103-411C-B68D-3991CB4CCF49}"/>
              </a:ext>
            </a:extLst>
          </p:cNvPr>
          <p:cNvSpPr>
            <a:spLocks xmlns:a="http://schemas.openxmlformats.org/drawingml/2006/main" noGrp="1"/>
          </p:cNvSpPr>
          <p:nvPr/>
        </p:nvSpPr>
        <p:spPr>
          <a:xfrm xmlns:a="http://schemas.openxmlformats.org/drawingml/2006/main" flipH="0" flipV="0">
            <a:off x="4648200" y="2590800"/>
            <a:ext cx="0" cy="428625"/>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15" name="">
            <a:extLst xmlns:a="http://schemas.openxmlformats.org/drawingml/2006/main">
              <a:ext uri="{FF2B5EF4-FFF2-40B4-BE49-F238E27FC236}">
                <a16:creationId xmlns:a16="http://schemas.microsoft.com/office/drawing/2014/main" id="{CA7A8CC5-8C48-4DDA-A1A4-70646A584F08}"/>
              </a:ext>
            </a:extLst>
          </p:cNvPr>
          <p:cNvSpPr>
            <a:spLocks xmlns:a="http://schemas.openxmlformats.org/drawingml/2006/main" noGrp="1"/>
          </p:cNvSpPr>
          <p:nvPr/>
        </p:nvSpPr>
        <p:spPr>
          <a:xfrm xmlns:a="http://schemas.openxmlformats.org/drawingml/2006/main">
            <a:off x="4572000" y="2933700"/>
            <a:ext cx="152400" cy="1524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63F3F927-1A97-410B-B1E5-A68C722D1F4D}"/>
              </a:ext>
            </a:extLst>
          </p:cNvPr>
          <p:cNvSpPr>
            <a:spLocks xmlns:a="http://schemas.openxmlformats.org/drawingml/2006/main" noGrp="1"/>
          </p:cNvSpPr>
          <p:nvPr/>
        </p:nvSpPr>
        <p:spPr>
          <a:xfrm xmlns:a="http://schemas.openxmlformats.org/drawingml/2006/main">
            <a:off x="3467100" y="3238500"/>
            <a:ext cx="2362200" cy="1485900"/>
          </a:xfrm>
          <a:prstGeom xmlns:a="http://schemas.openxmlformats.org/drawingml/2006/main" prst="roundRect">
            <a:avLst>
              <a:gd name="adj" fmla="val 12821"/>
            </a:avLst>
          </a:prstGeom>
          <a:solidFill xmlns:a="http://schemas.openxmlformats.org/drawingml/2006/main">
            <a:srgbClr val="FD9F2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51F0D74-A90F-425A-8C66-4198A34AC008}"/>
              </a:ext>
            </a:extLst>
          </p:cNvPr>
          <p:cNvSpPr>
            <a:spLocks xmlns:a="http://schemas.openxmlformats.org/drawingml/2006/main" noGrp="1"/>
          </p:cNvSpPr>
          <p:nvPr/>
        </p:nvSpPr>
        <p:spPr>
          <a:xfrm xmlns:a="http://schemas.openxmlformats.org/drawingml/2006/main">
            <a:off x="3657600" y="34099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FFFFFF"/>
                </a:solidFill>
                <a:latin typeface="NanumSquare"/>
                <a:ea typeface="NanumSquare"/>
                <a:cs typeface="NanumSquare"/>
              </a:defRPr>
            </a:pPr>
            <a:r>
              <a:rPr sz="1575" b="1">
                <a:solidFill>
                  <a:srgbClr val="FFFFFF"/>
                </a:solidFill>
                <a:latin typeface="NanumSquare"/>
                <a:ea typeface="NanumSquare"/>
                <a:cs typeface="NanumSquare"/>
              </a:rPr>
              <a:t>산업 지원</a:t>
            </a:r>
          </a:p>
        </p:txBody>
      </p:sp>
      <p:sp>
        <p:nvSpPr>
          <p:cNvPr id="18" name="">
            <a:extLst xmlns:a="http://schemas.openxmlformats.org/drawingml/2006/main">
              <a:ext uri="{FF2B5EF4-FFF2-40B4-BE49-F238E27FC236}">
                <a16:creationId xmlns:a16="http://schemas.microsoft.com/office/drawing/2014/main" id="{8185D400-AC75-47EF-A21F-36CC678CDC3C}"/>
              </a:ext>
            </a:extLst>
          </p:cNvPr>
          <p:cNvSpPr>
            <a:spLocks xmlns:a="http://schemas.openxmlformats.org/drawingml/2006/main" noGrp="1"/>
          </p:cNvSpPr>
          <p:nvPr/>
        </p:nvSpPr>
        <p:spPr>
          <a:xfrm xmlns:a="http://schemas.openxmlformats.org/drawingml/2006/main">
            <a:off x="3657600" y="3829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FFFFF"/>
                </a:solidFill>
                <a:latin typeface="NanumSquare"/>
                <a:ea typeface="NanumSquare"/>
                <a:cs typeface="NanumSquare"/>
              </a:defRPr>
            </a:pPr>
            <a:r>
              <a:rPr sz="1050" b="1">
                <a:solidFill>
                  <a:srgbClr val="FFFFFF"/>
                </a:solidFill>
                <a:latin typeface="NanumSquare"/>
                <a:ea typeface="NanumSquare"/>
                <a:cs typeface="NanumSquare"/>
              </a:rPr>
              <a:t>Catalyst</a:t>
            </a:r>
          </a:p>
        </p:txBody>
      </p:sp>
      <p:sp>
        <p:nvSpPr>
          <p:cNvPr id="19" name="">
            <a:extLst xmlns:a="http://schemas.openxmlformats.org/drawingml/2006/main">
              <a:ext uri="{FF2B5EF4-FFF2-40B4-BE49-F238E27FC236}">
                <a16:creationId xmlns:a16="http://schemas.microsoft.com/office/drawing/2014/main" id="{0997E53D-8F63-4DB9-A168-347551DC8A16}"/>
              </a:ext>
            </a:extLst>
          </p:cNvPr>
          <p:cNvSpPr>
            <a:spLocks xmlns:a="http://schemas.openxmlformats.org/drawingml/2006/main" noGrp="1"/>
          </p:cNvSpPr>
          <p:nvPr/>
        </p:nvSpPr>
        <p:spPr>
          <a:xfrm xmlns:a="http://schemas.openxmlformats.org/drawingml/2006/main">
            <a:off x="3657600" y="4210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FFFFFF"/>
                </a:solidFill>
                <a:latin typeface="NanumSquare"/>
                <a:ea typeface="NanumSquare"/>
                <a:cs typeface="NanumSquare"/>
              </a:defRPr>
            </a:pPr>
            <a:r>
              <a:rPr sz="1200" b="0">
                <a:solidFill>
                  <a:srgbClr val="FFFFFF"/>
                </a:solidFill>
                <a:latin typeface="NanumSquare"/>
                <a:ea typeface="NanumSquare"/>
                <a:cs typeface="NanumSquare"/>
              </a:rPr>
              <a:t>상승 소재</a:t>
            </a:r>
          </a:p>
        </p:txBody>
      </p:sp>
      <p:sp>
        <p:nvSpPr>
          <p:cNvPr id="20" name="">
            <a:extLst xmlns:a="http://schemas.openxmlformats.org/drawingml/2006/main">
              <a:ext uri="{FF2B5EF4-FFF2-40B4-BE49-F238E27FC236}">
                <a16:creationId xmlns:a16="http://schemas.microsoft.com/office/drawing/2014/main" id="{FC22BC54-13EF-488B-BEBA-3A3205BBFEE0}"/>
              </a:ext>
            </a:extLst>
          </p:cNvPr>
          <p:cNvSpPr>
            <a:spLocks xmlns:a="http://schemas.openxmlformats.org/drawingml/2006/main" noGrp="1"/>
          </p:cNvSpPr>
          <p:nvPr/>
        </p:nvSpPr>
        <p:spPr>
          <a:xfrm xmlns:a="http://schemas.openxmlformats.org/drawingml/2006/main" flipH="0" flipV="0">
            <a:off x="7372350" y="2590800"/>
            <a:ext cx="0" cy="428625"/>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21" name="">
            <a:extLst xmlns:a="http://schemas.openxmlformats.org/drawingml/2006/main">
              <a:ext uri="{FF2B5EF4-FFF2-40B4-BE49-F238E27FC236}">
                <a16:creationId xmlns:a16="http://schemas.microsoft.com/office/drawing/2014/main" id="{F65A9498-8EB0-47BB-8EC3-A1A1290EC22D}"/>
              </a:ext>
            </a:extLst>
          </p:cNvPr>
          <p:cNvSpPr>
            <a:spLocks xmlns:a="http://schemas.openxmlformats.org/drawingml/2006/main" noGrp="1"/>
          </p:cNvSpPr>
          <p:nvPr/>
        </p:nvSpPr>
        <p:spPr>
          <a:xfrm xmlns:a="http://schemas.openxmlformats.org/drawingml/2006/main">
            <a:off x="7296150" y="2933700"/>
            <a:ext cx="152400" cy="1524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A71EC61C-8D18-4187-9B3E-512012C3A429}"/>
              </a:ext>
            </a:extLst>
          </p:cNvPr>
          <p:cNvSpPr>
            <a:spLocks xmlns:a="http://schemas.openxmlformats.org/drawingml/2006/main" noGrp="1"/>
          </p:cNvSpPr>
          <p:nvPr/>
        </p:nvSpPr>
        <p:spPr>
          <a:xfrm xmlns:a="http://schemas.openxmlformats.org/drawingml/2006/main">
            <a:off x="6191250" y="3238500"/>
            <a:ext cx="2362200" cy="1485900"/>
          </a:xfrm>
          <a:prstGeom xmlns:a="http://schemas.openxmlformats.org/drawingml/2006/main" prst="roundRect">
            <a:avLst>
              <a:gd name="adj" fmla="val 12821"/>
            </a:avLst>
          </a:prstGeom>
          <a:solidFill xmlns:a="http://schemas.openxmlformats.org/drawingml/2006/main">
            <a:srgbClr val="EEEEE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EB0D8A9-3D5A-410B-8766-20E55F3659F3}"/>
              </a:ext>
            </a:extLst>
          </p:cNvPr>
          <p:cNvSpPr>
            <a:spLocks xmlns:a="http://schemas.openxmlformats.org/drawingml/2006/main" noGrp="1"/>
          </p:cNvSpPr>
          <p:nvPr/>
        </p:nvSpPr>
        <p:spPr>
          <a:xfrm xmlns:a="http://schemas.openxmlformats.org/drawingml/2006/main">
            <a:off x="6381750" y="34099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기대감</a:t>
            </a:r>
          </a:p>
        </p:txBody>
      </p:sp>
      <p:sp>
        <p:nvSpPr>
          <p:cNvPr id="24" name="">
            <a:extLst xmlns:a="http://schemas.openxmlformats.org/drawingml/2006/main">
              <a:ext uri="{FF2B5EF4-FFF2-40B4-BE49-F238E27FC236}">
                <a16:creationId xmlns:a16="http://schemas.microsoft.com/office/drawing/2014/main" id="{EE25E1FA-A534-4EE5-9CDE-8968CBB78F98}"/>
              </a:ext>
            </a:extLst>
          </p:cNvPr>
          <p:cNvSpPr>
            <a:spLocks xmlns:a="http://schemas.openxmlformats.org/drawingml/2006/main" noGrp="1"/>
          </p:cNvSpPr>
          <p:nvPr/>
        </p:nvSpPr>
        <p:spPr>
          <a:xfrm xmlns:a="http://schemas.openxmlformats.org/drawingml/2006/main">
            <a:off x="6381750" y="3829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Stage</a:t>
            </a:r>
          </a:p>
        </p:txBody>
      </p:sp>
      <p:sp>
        <p:nvSpPr>
          <p:cNvPr id="25" name="">
            <a:extLst xmlns:a="http://schemas.openxmlformats.org/drawingml/2006/main">
              <a:ext uri="{FF2B5EF4-FFF2-40B4-BE49-F238E27FC236}">
                <a16:creationId xmlns:a16="http://schemas.microsoft.com/office/drawing/2014/main" id="{1BC33A05-4505-4C0B-A570-9D71D07B3724}"/>
              </a:ext>
            </a:extLst>
          </p:cNvPr>
          <p:cNvSpPr>
            <a:spLocks xmlns:a="http://schemas.openxmlformats.org/drawingml/2006/main" noGrp="1"/>
          </p:cNvSpPr>
          <p:nvPr/>
        </p:nvSpPr>
        <p:spPr>
          <a:xfrm xmlns:a="http://schemas.openxmlformats.org/drawingml/2006/main">
            <a:off x="6381750" y="4210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진행 단계</a:t>
            </a:r>
          </a:p>
        </p:txBody>
      </p:sp>
      <p:sp>
        <p:nvSpPr>
          <p:cNvPr id="26" name="">
            <a:extLst xmlns:a="http://schemas.openxmlformats.org/drawingml/2006/main">
              <a:ext uri="{FF2B5EF4-FFF2-40B4-BE49-F238E27FC236}">
                <a16:creationId xmlns:a16="http://schemas.microsoft.com/office/drawing/2014/main" id="{D2E3F0BF-B4B5-4A4D-8E19-2DC9006E780B}"/>
              </a:ext>
            </a:extLst>
          </p:cNvPr>
          <p:cNvSpPr>
            <a:spLocks xmlns:a="http://schemas.openxmlformats.org/drawingml/2006/main" noGrp="1"/>
          </p:cNvSpPr>
          <p:nvPr/>
        </p:nvSpPr>
        <p:spPr>
          <a:xfrm xmlns:a="http://schemas.openxmlformats.org/drawingml/2006/main" flipH="0" flipV="0">
            <a:off x="10096500" y="2590800"/>
            <a:ext cx="0" cy="428625"/>
          </a:xfrm>
          <a:prstGeom xmlns:a="http://schemas.openxmlformats.org/drawingml/2006/main" prst="line">
            <a:avLst/>
          </a:prstGeom>
          <a:noFill xmlns:a="http://schemas.openxmlformats.org/drawingml/2006/main"/>
          <a:ln xmlns:a="http://schemas.openxmlformats.org/drawingml/2006/main" w="28575">
            <a:solidFill>
              <a:srgbClr val="FD9F28"/>
            </a:solidFill>
            <a:prstDash val="solid"/>
          </a:ln>
        </p:spPr>
      </p:sp>
      <p:sp>
        <p:nvSpPr>
          <p:cNvPr id="27" name="">
            <a:extLst xmlns:a="http://schemas.openxmlformats.org/drawingml/2006/main">
              <a:ext uri="{FF2B5EF4-FFF2-40B4-BE49-F238E27FC236}">
                <a16:creationId xmlns:a16="http://schemas.microsoft.com/office/drawing/2014/main" id="{0D1092B3-ADD1-4067-8052-629AD07443CD}"/>
              </a:ext>
            </a:extLst>
          </p:cNvPr>
          <p:cNvSpPr>
            <a:spLocks xmlns:a="http://schemas.openxmlformats.org/drawingml/2006/main" noGrp="1"/>
          </p:cNvSpPr>
          <p:nvPr/>
        </p:nvSpPr>
        <p:spPr>
          <a:xfrm xmlns:a="http://schemas.openxmlformats.org/drawingml/2006/main">
            <a:off x="10020300" y="2933700"/>
            <a:ext cx="152400" cy="1524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E321021-8BE6-4766-A34F-568022F30BBC}"/>
              </a:ext>
            </a:extLst>
          </p:cNvPr>
          <p:cNvSpPr>
            <a:spLocks xmlns:a="http://schemas.openxmlformats.org/drawingml/2006/main" noGrp="1"/>
          </p:cNvSpPr>
          <p:nvPr/>
        </p:nvSpPr>
        <p:spPr>
          <a:xfrm xmlns:a="http://schemas.openxmlformats.org/drawingml/2006/main">
            <a:off x="8915400" y="3238500"/>
            <a:ext cx="2362200" cy="1485900"/>
          </a:xfrm>
          <a:prstGeom xmlns:a="http://schemas.openxmlformats.org/drawingml/2006/main" prst="roundRect">
            <a:avLst>
              <a:gd name="adj" fmla="val 12821"/>
            </a:avLst>
          </a:prstGeom>
          <a:solidFill xmlns:a="http://schemas.openxmlformats.org/drawingml/2006/main">
            <a:srgbClr val="EEEEE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52B50D63-383B-40E6-8683-1D494CEFD469}"/>
              </a:ext>
            </a:extLst>
          </p:cNvPr>
          <p:cNvSpPr>
            <a:spLocks xmlns:a="http://schemas.openxmlformats.org/drawingml/2006/main" noGrp="1"/>
          </p:cNvSpPr>
          <p:nvPr/>
        </p:nvSpPr>
        <p:spPr>
          <a:xfrm xmlns:a="http://schemas.openxmlformats.org/drawingml/2006/main">
            <a:off x="9105900" y="3409950"/>
            <a:ext cx="1981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A사 · B사</a:t>
            </a:r>
          </a:p>
        </p:txBody>
      </p:sp>
      <p:sp>
        <p:nvSpPr>
          <p:cNvPr id="30" name="">
            <a:extLst xmlns:a="http://schemas.openxmlformats.org/drawingml/2006/main">
              <a:ext uri="{FF2B5EF4-FFF2-40B4-BE49-F238E27FC236}">
                <a16:creationId xmlns:a16="http://schemas.microsoft.com/office/drawing/2014/main" id="{A838EBCC-019A-417B-9E65-712E4B4EF65E}"/>
              </a:ext>
            </a:extLst>
          </p:cNvPr>
          <p:cNvSpPr>
            <a:spLocks xmlns:a="http://schemas.openxmlformats.org/drawingml/2006/main" noGrp="1"/>
          </p:cNvSpPr>
          <p:nvPr/>
        </p:nvSpPr>
        <p:spPr>
          <a:xfrm xmlns:a="http://schemas.openxmlformats.org/drawingml/2006/main">
            <a:off x="9105900" y="3829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Leader</a:t>
            </a:r>
          </a:p>
        </p:txBody>
      </p:sp>
      <p:sp>
        <p:nvSpPr>
          <p:cNvPr id="31" name="">
            <a:extLst xmlns:a="http://schemas.openxmlformats.org/drawingml/2006/main">
              <a:ext uri="{FF2B5EF4-FFF2-40B4-BE49-F238E27FC236}">
                <a16:creationId xmlns:a16="http://schemas.microsoft.com/office/drawing/2014/main" id="{F0FC090E-A85D-4929-AB63-E8746522410E}"/>
              </a:ext>
            </a:extLst>
          </p:cNvPr>
          <p:cNvSpPr>
            <a:spLocks xmlns:a="http://schemas.openxmlformats.org/drawingml/2006/main" noGrp="1"/>
          </p:cNvSpPr>
          <p:nvPr/>
        </p:nvSpPr>
        <p:spPr>
          <a:xfrm xmlns:a="http://schemas.openxmlformats.org/drawingml/2006/main">
            <a:off x="9105900" y="4210050"/>
            <a:ext cx="1981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0">
                <a:solidFill>
                  <a:srgbClr val="000000"/>
                </a:solidFill>
                <a:latin typeface="NanumSquare"/>
                <a:ea typeface="NanumSquare"/>
                <a:cs typeface="NanumSquare"/>
              </a:defRPr>
            </a:pPr>
            <a:r>
              <a:rPr sz="1200" b="0">
                <a:solidFill>
                  <a:srgbClr val="000000"/>
                </a:solidFill>
                <a:latin typeface="NanumSquare"/>
                <a:ea typeface="NanumSquare"/>
                <a:cs typeface="NanumSquare"/>
              </a:rPr>
              <a:t>주도 종목</a:t>
            </a:r>
          </a:p>
        </p:txBody>
      </p:sp>
      <p:sp>
        <p:nvSpPr>
          <p:cNvPr id="32" name="">
            <a:extLst xmlns:a="http://schemas.openxmlformats.org/drawingml/2006/main">
              <a:ext uri="{FF2B5EF4-FFF2-40B4-BE49-F238E27FC236}">
                <a16:creationId xmlns:a16="http://schemas.microsoft.com/office/drawing/2014/main" id="{27469981-DEAC-4491-8CE2-CE34B203B609}"/>
              </a:ext>
            </a:extLst>
          </p:cNvPr>
          <p:cNvSpPr>
            <a:spLocks xmlns:a="http://schemas.openxmlformats.org/drawingml/2006/main" noGrp="1"/>
          </p:cNvSpPr>
          <p:nvPr/>
        </p:nvSpPr>
        <p:spPr>
          <a:xfrm xmlns:a="http://schemas.openxmlformats.org/drawingml/2006/main">
            <a:off x="1485900" y="5219700"/>
            <a:ext cx="9220200" cy="781050"/>
          </a:xfrm>
          <a:prstGeom xmlns:a="http://schemas.openxmlformats.org/drawingml/2006/main" prst="roundRect">
            <a:avLst>
              <a:gd name="adj" fmla="val 24390"/>
            </a:avLst>
          </a:prstGeom>
          <a:solidFill xmlns:a="http://schemas.openxmlformats.org/drawingml/2006/main">
            <a:srgbClr val="FFFFFF"/>
          </a:solidFill>
          <a:ln xmlns:a="http://schemas.openxmlformats.org/drawingml/2006/main" w="28575">
            <a:solidFill>
              <a:srgbClr val="FD9F28"/>
            </a:solidFill>
            <a:prstDash val="solid"/>
          </a:ln>
        </p:spPr>
      </p:sp>
      <p:sp>
        <p:nvSpPr>
          <p:cNvPr id="33" name="">
            <a:extLst xmlns:a="http://schemas.openxmlformats.org/drawingml/2006/main">
              <a:ext uri="{FF2B5EF4-FFF2-40B4-BE49-F238E27FC236}">
                <a16:creationId xmlns:a16="http://schemas.microsoft.com/office/drawing/2014/main" id="{FFB7FF60-8B46-4D1C-AF68-E9BE7C0A6C5F}"/>
              </a:ext>
            </a:extLst>
          </p:cNvPr>
          <p:cNvSpPr>
            <a:spLocks xmlns:a="http://schemas.openxmlformats.org/drawingml/2006/main" noGrp="1"/>
          </p:cNvSpPr>
          <p:nvPr/>
        </p:nvSpPr>
        <p:spPr>
          <a:xfrm xmlns:a="http://schemas.openxmlformats.org/drawingml/2006/main">
            <a:off x="1752600" y="5295900"/>
            <a:ext cx="86868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401600"/>
                </a:solidFill>
                <a:latin typeface="NanumSquare"/>
                <a:ea typeface="NanumSquare"/>
                <a:cs typeface="NanumSquare"/>
              </a:defRPr>
            </a:pPr>
            <a:r>
              <a:rPr sz="1575" b="1">
                <a:solidFill>
                  <a:srgbClr val="401600"/>
                </a:solidFill>
                <a:latin typeface="NanumSquare"/>
                <a:ea typeface="NanumSquare"/>
                <a:cs typeface="NanumSquare"/>
              </a:rPr>
              <a:t>문장 하나에 주체 · 소재 · 단계 · 종목 역할이 섞여 있습니다.</a:t>
            </a:r>
          </a:p>
        </p:txBody>
      </p:sp>
      <p:sp>
        <p:nvSpPr>
          <p:cNvPr id="34" name="">
            <a:extLst xmlns:a="http://schemas.openxmlformats.org/drawingml/2006/main">
              <a:ext uri="{FF2B5EF4-FFF2-40B4-BE49-F238E27FC236}">
                <a16:creationId xmlns:a16="http://schemas.microsoft.com/office/drawing/2014/main" id="{3A4A2B58-08C0-4170-8EF2-3F8BA0EAC878}"/>
              </a:ext>
            </a:extLst>
          </p:cNvPr>
          <p:cNvSpPr>
            <a:spLocks xmlns:a="http://schemas.openxmlformats.org/drawingml/2006/main" noGrp="1"/>
          </p:cNvSpPr>
          <p:nvPr/>
        </p:nvSpPr>
        <p:spPr>
          <a:xfrm xmlns:a="http://schemas.openxmlformats.org/drawingml/2006/main">
            <a:off x="1752600" y="5629275"/>
            <a:ext cx="8686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D9F28"/>
                </a:solidFill>
                <a:latin typeface="NanumSquare"/>
                <a:ea typeface="NanumSquare"/>
                <a:cs typeface="NanumSquare"/>
              </a:defRPr>
            </a:pPr>
            <a:r>
              <a:rPr sz="1350" b="1">
                <a:solidFill>
                  <a:srgbClr val="FD9F28"/>
                </a:solidFill>
                <a:latin typeface="NanumSquare"/>
                <a:ea typeface="NanumSquare"/>
                <a:cs typeface="NanumSquare"/>
              </a:rPr>
              <a:t>RAG가 문장을 찾아도 관계를 구분하지 못하면 정확한 통계를 만들 수 없습니다.</a:t>
            </a:r>
          </a:p>
        </p:txBody>
      </p:sp>
      <p:sp>
        <p:nvSpPr>
          <p:cNvPr id="35" name="">
            <a:extLst xmlns:a="http://schemas.openxmlformats.org/drawingml/2006/main">
              <a:ext uri="{FF2B5EF4-FFF2-40B4-BE49-F238E27FC236}">
                <a16:creationId xmlns:a16="http://schemas.microsoft.com/office/drawing/2014/main" id="{86E55AF3-6694-44FF-B120-33FED89B33E5}"/>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6" name="">
            <a:extLst xmlns:a="http://schemas.openxmlformats.org/drawingml/2006/main">
              <a:ext uri="{FF2B5EF4-FFF2-40B4-BE49-F238E27FC236}">
                <a16:creationId xmlns:a16="http://schemas.microsoft.com/office/drawing/2014/main" id="{D5802BC2-D0A8-49D0-BF9F-1F62F17E1798}"/>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62825287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34147C6B-E419-499D-9A6C-7B7A347A05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AED4B30-8224-4CEF-8112-A640273A8C91}"/>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03B510D6-D323-4B66-B814-4C36D2DA1521}"/>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03 · ONTOLOGY</a:t>
            </a:r>
          </a:p>
        </p:txBody>
      </p:sp>
      <p:sp>
        <p:nvSpPr>
          <p:cNvPr id="4" name="">
            <a:extLst xmlns:a="http://schemas.openxmlformats.org/drawingml/2006/main">
              <a:ext uri="{FF2B5EF4-FFF2-40B4-BE49-F238E27FC236}">
                <a16:creationId xmlns:a16="http://schemas.microsoft.com/office/drawing/2014/main" id="{AC84A0E4-0B47-4F8F-8616-D9A40219FFB8}"/>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온톨로지는 문장을 관계로 바꾸는 설계도입니다</a:t>
            </a:r>
          </a:p>
        </p:txBody>
      </p:sp>
      <p:sp>
        <p:nvSpPr>
          <p:cNvPr id="5" name="">
            <a:extLst xmlns:a="http://schemas.openxmlformats.org/drawingml/2006/main">
              <a:ext uri="{FF2B5EF4-FFF2-40B4-BE49-F238E27FC236}">
                <a16:creationId xmlns:a16="http://schemas.microsoft.com/office/drawing/2014/main" id="{FDE295D6-384E-417C-8F8A-2ECB198BEE3D}"/>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12</a:t>
            </a:r>
          </a:p>
        </p:txBody>
      </p:sp>
      <p:sp>
        <p:nvSpPr>
          <p:cNvPr id="6" name="">
            <a:extLst xmlns:a="http://schemas.openxmlformats.org/drawingml/2006/main">
              <a:ext uri="{FF2B5EF4-FFF2-40B4-BE49-F238E27FC236}">
                <a16:creationId xmlns:a16="http://schemas.microsoft.com/office/drawing/2014/main" id="{212EF91F-49A3-4E3C-90F8-4C5C260A57D8}"/>
              </a:ext>
            </a:extLst>
          </p:cNvPr>
          <p:cNvSpPr>
            <a:spLocks xmlns:a="http://schemas.openxmlformats.org/drawingml/2006/main" noGrp="1"/>
          </p:cNvSpPr>
          <p:nvPr/>
        </p:nvSpPr>
        <p:spPr>
          <a:xfrm xmlns:a="http://schemas.openxmlformats.org/drawingml/2006/main">
            <a:off x="876300" y="1200150"/>
            <a:ext cx="9906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75980"/>
          </a:bodyPr>
          <a:lstStyle xmlns:a="http://schemas.openxmlformats.org/drawingml/2006/main"/>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사람이 이해하는 개념과 관계를</a:t>
            </a:r>
          </a:p>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컴퓨터도 같은 기준으로 처리하도록 정의한 지식 체계</a:t>
            </a:r>
          </a:p>
        </p:txBody>
      </p:sp>
      <p:sp>
        <p:nvSpPr>
          <p:cNvPr id="7" name="">
            <a:extLst xmlns:a="http://schemas.openxmlformats.org/drawingml/2006/main">
              <a:ext uri="{FF2B5EF4-FFF2-40B4-BE49-F238E27FC236}">
                <a16:creationId xmlns:a16="http://schemas.microsoft.com/office/drawing/2014/main" id="{A6910241-36B7-4155-84D1-3723ECAB39E9}"/>
              </a:ext>
            </a:extLst>
          </p:cNvPr>
          <p:cNvSpPr>
            <a:spLocks xmlns:a="http://schemas.openxmlformats.org/drawingml/2006/main" noGrp="1"/>
          </p:cNvSpPr>
          <p:nvPr/>
        </p:nvSpPr>
        <p:spPr>
          <a:xfrm xmlns:a="http://schemas.openxmlformats.org/drawingml/2006/main">
            <a:off x="723900" y="2095500"/>
            <a:ext cx="10744200" cy="3333750"/>
          </a:xfrm>
          <a:prstGeom xmlns:a="http://schemas.openxmlformats.org/drawingml/2006/main" prst="roundRect">
            <a:avLst>
              <a:gd name="adj" fmla="val 8000"/>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ECB3031C-E577-4135-BE6F-F54042B35E0F}"/>
              </a:ext>
            </a:extLst>
          </p:cNvPr>
          <p:cNvSpPr>
            <a:spLocks xmlns:a="http://schemas.openxmlformats.org/drawingml/2006/main" noGrp="1"/>
          </p:cNvSpPr>
          <p:nvPr/>
        </p:nvSpPr>
        <p:spPr>
          <a:xfrm xmlns:a="http://schemas.openxmlformats.org/drawingml/2006/main">
            <a:off x="2724150" y="3067050"/>
            <a:ext cx="552450" cy="43815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9" name="">
            <a:extLst xmlns:a="http://schemas.openxmlformats.org/drawingml/2006/main">
              <a:ext uri="{FF2B5EF4-FFF2-40B4-BE49-F238E27FC236}">
                <a16:creationId xmlns:a16="http://schemas.microsoft.com/office/drawing/2014/main" id="{2489386E-6959-4446-80E0-D89398DCF04E}"/>
              </a:ext>
            </a:extLst>
          </p:cNvPr>
          <p:cNvSpPr>
            <a:spLocks xmlns:a="http://schemas.openxmlformats.org/drawingml/2006/main" noGrp="1"/>
          </p:cNvSpPr>
          <p:nvPr/>
        </p:nvSpPr>
        <p:spPr>
          <a:xfrm xmlns:a="http://schemas.openxmlformats.org/drawingml/2006/main">
            <a:off x="5105400" y="3067050"/>
            <a:ext cx="552450" cy="43815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0" name="">
            <a:extLst xmlns:a="http://schemas.openxmlformats.org/drawingml/2006/main">
              <a:ext uri="{FF2B5EF4-FFF2-40B4-BE49-F238E27FC236}">
                <a16:creationId xmlns:a16="http://schemas.microsoft.com/office/drawing/2014/main" id="{7736B4A6-69BB-40C3-8E82-BF51445F1819}"/>
              </a:ext>
            </a:extLst>
          </p:cNvPr>
          <p:cNvSpPr>
            <a:spLocks xmlns:a="http://schemas.openxmlformats.org/drawingml/2006/main" noGrp="1"/>
          </p:cNvSpPr>
          <p:nvPr/>
        </p:nvSpPr>
        <p:spPr>
          <a:xfrm xmlns:a="http://schemas.openxmlformats.org/drawingml/2006/main" flipH="0" flipV="1">
            <a:off x="7239000" y="2781300"/>
            <a:ext cx="952500" cy="504825"/>
          </a:xfrm>
          <a:prstGeom xmlns:a="http://schemas.openxmlformats.org/drawingml/2006/main" prst="line">
            <a:avLst/>
          </a:prstGeom>
          <a:noFill xmlns:a="http://schemas.openxmlformats.org/drawingml/2006/main"/>
          <a:ln xmlns:a="http://schemas.openxmlformats.org/drawingml/2006/main" w="28575">
            <a:solidFill>
              <a:srgbClr val="401600"/>
            </a:solidFill>
            <a:prstDash val="solid"/>
          </a:ln>
        </p:spPr>
      </p:sp>
      <p:sp>
        <p:nvSpPr>
          <p:cNvPr id="11" name="">
            <a:extLst xmlns:a="http://schemas.openxmlformats.org/drawingml/2006/main">
              <a:ext uri="{FF2B5EF4-FFF2-40B4-BE49-F238E27FC236}">
                <a16:creationId xmlns:a16="http://schemas.microsoft.com/office/drawing/2014/main" id="{8CB18DA4-2E9B-422A-8AE8-D5C0513C35A7}"/>
              </a:ext>
            </a:extLst>
          </p:cNvPr>
          <p:cNvSpPr>
            <a:spLocks xmlns:a="http://schemas.openxmlformats.org/drawingml/2006/main" noGrp="1"/>
          </p:cNvSpPr>
          <p:nvPr/>
        </p:nvSpPr>
        <p:spPr>
          <a:xfrm xmlns:a="http://schemas.openxmlformats.org/drawingml/2006/main" flipH="0" flipV="0">
            <a:off x="7239000" y="3476625"/>
            <a:ext cx="952500" cy="714375"/>
          </a:xfrm>
          <a:prstGeom xmlns:a="http://schemas.openxmlformats.org/drawingml/2006/main" prst="line">
            <a:avLst/>
          </a:prstGeom>
          <a:noFill xmlns:a="http://schemas.openxmlformats.org/drawingml/2006/main"/>
          <a:ln xmlns:a="http://schemas.openxmlformats.org/drawingml/2006/main" w="28575">
            <a:solidFill>
              <a:srgbClr val="401600"/>
            </a:solidFill>
            <a:prstDash val="solid"/>
          </a:ln>
        </p:spPr>
      </p:sp>
      <p:sp>
        <p:nvSpPr>
          <p:cNvPr id="12" name="">
            <a:extLst xmlns:a="http://schemas.openxmlformats.org/drawingml/2006/main">
              <a:ext uri="{FF2B5EF4-FFF2-40B4-BE49-F238E27FC236}">
                <a16:creationId xmlns:a16="http://schemas.microsoft.com/office/drawing/2014/main" id="{4546F1DF-6BDD-4645-AFC6-FEFA15C465AE}"/>
              </a:ext>
            </a:extLst>
          </p:cNvPr>
          <p:cNvSpPr>
            <a:spLocks xmlns:a="http://schemas.openxmlformats.org/drawingml/2006/main" noGrp="1"/>
          </p:cNvSpPr>
          <p:nvPr/>
        </p:nvSpPr>
        <p:spPr>
          <a:xfrm xmlns:a="http://schemas.openxmlformats.org/drawingml/2006/main" flipH="0" flipV="0">
            <a:off x="1752600" y="4162425"/>
            <a:ext cx="0" cy="333375"/>
          </a:xfrm>
          <a:prstGeom xmlns:a="http://schemas.openxmlformats.org/drawingml/2006/main" prst="line">
            <a:avLst/>
          </a:prstGeom>
          <a:noFill xmlns:a="http://schemas.openxmlformats.org/drawingml/2006/main"/>
          <a:ln xmlns:a="http://schemas.openxmlformats.org/drawingml/2006/main" w="28575">
            <a:solidFill>
              <a:srgbClr val="401600"/>
            </a:solidFill>
            <a:prstDash val="solid"/>
          </a:ln>
        </p:spPr>
      </p:sp>
      <p:sp>
        <p:nvSpPr>
          <p:cNvPr id="13" name="">
            <a:extLst xmlns:a="http://schemas.openxmlformats.org/drawingml/2006/main">
              <a:ext uri="{FF2B5EF4-FFF2-40B4-BE49-F238E27FC236}">
                <a16:creationId xmlns:a16="http://schemas.microsoft.com/office/drawing/2014/main" id="{0327FF45-A6E0-4957-AB57-A2FA410E4494}"/>
              </a:ext>
            </a:extLst>
          </p:cNvPr>
          <p:cNvSpPr>
            <a:spLocks xmlns:a="http://schemas.openxmlformats.org/drawingml/2006/main" noGrp="1"/>
          </p:cNvSpPr>
          <p:nvPr/>
        </p:nvSpPr>
        <p:spPr>
          <a:xfrm xmlns:a="http://schemas.openxmlformats.org/drawingml/2006/main">
            <a:off x="876300" y="2409825"/>
            <a:ext cx="1752600" cy="17526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C1A2F87F-C0BB-4852-87F1-1E9ADF620CCD}"/>
              </a:ext>
            </a:extLst>
          </p:cNvPr>
          <p:cNvSpPr>
            <a:spLocks xmlns:a="http://schemas.openxmlformats.org/drawingml/2006/main" noGrp="1"/>
          </p:cNvSpPr>
          <p:nvPr/>
        </p:nvSpPr>
        <p:spPr>
          <a:xfrm xmlns:a="http://schemas.openxmlformats.org/drawingml/2006/main">
            <a:off x="952500" y="3095625"/>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FFFFFF"/>
                </a:solidFill>
                <a:latin typeface="NanumSquare"/>
                <a:ea typeface="NanumSquare"/>
                <a:cs typeface="NanumSquare"/>
              </a:defRPr>
            </a:pPr>
            <a:r>
              <a:rPr sz="1275" b="1">
                <a:solidFill>
                  <a:srgbClr val="FFFFFF"/>
                </a:solidFill>
                <a:latin typeface="NanumSquare"/>
                <a:ea typeface="NanumSquare"/>
                <a:cs typeface="NanumSquare"/>
              </a:rPr>
              <a:t>Catalyst</a:t>
            </a:r>
          </a:p>
        </p:txBody>
      </p:sp>
      <p:sp>
        <p:nvSpPr>
          <p:cNvPr id="15" name="">
            <a:extLst xmlns:a="http://schemas.openxmlformats.org/drawingml/2006/main">
              <a:ext uri="{FF2B5EF4-FFF2-40B4-BE49-F238E27FC236}">
                <a16:creationId xmlns:a16="http://schemas.microsoft.com/office/drawing/2014/main" id="{6091F4B5-6504-4AA9-8FE2-ECA5943D3F18}"/>
              </a:ext>
            </a:extLst>
          </p:cNvPr>
          <p:cNvSpPr>
            <a:spLocks xmlns:a="http://schemas.openxmlformats.org/drawingml/2006/main" noGrp="1"/>
          </p:cNvSpPr>
          <p:nvPr/>
        </p:nvSpPr>
        <p:spPr>
          <a:xfrm xmlns:a="http://schemas.openxmlformats.org/drawingml/2006/main">
            <a:off x="647700" y="423862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정책·발표</a:t>
            </a:r>
          </a:p>
        </p:txBody>
      </p:sp>
      <p:sp>
        <p:nvSpPr>
          <p:cNvPr id="16" name="">
            <a:extLst xmlns:a="http://schemas.openxmlformats.org/drawingml/2006/main">
              <a:ext uri="{FF2B5EF4-FFF2-40B4-BE49-F238E27FC236}">
                <a16:creationId xmlns:a16="http://schemas.microsoft.com/office/drawing/2014/main" id="{FD38E0C0-6EE5-4B61-8CE4-8C072BA8FEA4}"/>
              </a:ext>
            </a:extLst>
          </p:cNvPr>
          <p:cNvSpPr>
            <a:spLocks xmlns:a="http://schemas.openxmlformats.org/drawingml/2006/main" noGrp="1"/>
          </p:cNvSpPr>
          <p:nvPr/>
        </p:nvSpPr>
        <p:spPr>
          <a:xfrm xmlns:a="http://schemas.openxmlformats.org/drawingml/2006/main">
            <a:off x="3219450" y="2409825"/>
            <a:ext cx="1752600" cy="175260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8835D095-2026-4BBF-BA1D-18FCF09822DC}"/>
              </a:ext>
            </a:extLst>
          </p:cNvPr>
          <p:cNvSpPr>
            <a:spLocks xmlns:a="http://schemas.openxmlformats.org/drawingml/2006/main" noGrp="1"/>
          </p:cNvSpPr>
          <p:nvPr/>
        </p:nvSpPr>
        <p:spPr>
          <a:xfrm xmlns:a="http://schemas.openxmlformats.org/drawingml/2006/main">
            <a:off x="3295650" y="3095625"/>
            <a:ext cx="1600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ThemeReaction</a:t>
            </a:r>
          </a:p>
        </p:txBody>
      </p:sp>
      <p:sp>
        <p:nvSpPr>
          <p:cNvPr id="18" name="">
            <a:extLst xmlns:a="http://schemas.openxmlformats.org/drawingml/2006/main">
              <a:ext uri="{FF2B5EF4-FFF2-40B4-BE49-F238E27FC236}">
                <a16:creationId xmlns:a16="http://schemas.microsoft.com/office/drawing/2014/main" id="{46DBB88F-E1E2-4E34-837A-0BD33DE35B71}"/>
              </a:ext>
            </a:extLst>
          </p:cNvPr>
          <p:cNvSpPr>
            <a:spLocks xmlns:a="http://schemas.openxmlformats.org/drawingml/2006/main" noGrp="1"/>
          </p:cNvSpPr>
          <p:nvPr/>
        </p:nvSpPr>
        <p:spPr>
          <a:xfrm xmlns:a="http://schemas.openxmlformats.org/drawingml/2006/main">
            <a:off x="2990850" y="4238625"/>
            <a:ext cx="2209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어떤 테마가</a:t>
            </a:r>
          </a:p>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어떻게 반응</a:t>
            </a:r>
          </a:p>
        </p:txBody>
      </p:sp>
      <p:sp>
        <p:nvSpPr>
          <p:cNvPr id="19" name="">
            <a:extLst xmlns:a="http://schemas.openxmlformats.org/drawingml/2006/main">
              <a:ext uri="{FF2B5EF4-FFF2-40B4-BE49-F238E27FC236}">
                <a16:creationId xmlns:a16="http://schemas.microsoft.com/office/drawing/2014/main" id="{8AB9AD9A-02F3-4134-8168-E8D876898045}"/>
              </a:ext>
            </a:extLst>
          </p:cNvPr>
          <p:cNvSpPr>
            <a:spLocks xmlns:a="http://schemas.openxmlformats.org/drawingml/2006/main" noGrp="1"/>
          </p:cNvSpPr>
          <p:nvPr/>
        </p:nvSpPr>
        <p:spPr>
          <a:xfrm xmlns:a="http://schemas.openxmlformats.org/drawingml/2006/main">
            <a:off x="5810250" y="2562225"/>
            <a:ext cx="1447800" cy="14478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01600"/>
            </a:solidFill>
            <a:prstDash val="solid"/>
          </a:ln>
        </p:spPr>
      </p:sp>
      <p:sp>
        <p:nvSpPr>
          <p:cNvPr id="20" name="">
            <a:extLst xmlns:a="http://schemas.openxmlformats.org/drawingml/2006/main">
              <a:ext uri="{FF2B5EF4-FFF2-40B4-BE49-F238E27FC236}">
                <a16:creationId xmlns:a16="http://schemas.microsoft.com/office/drawing/2014/main" id="{5B35E66F-BD71-40B7-AB02-3B66D45C4569}"/>
              </a:ext>
            </a:extLst>
          </p:cNvPr>
          <p:cNvSpPr>
            <a:spLocks xmlns:a="http://schemas.openxmlformats.org/drawingml/2006/main" noGrp="1"/>
          </p:cNvSpPr>
          <p:nvPr/>
        </p:nvSpPr>
        <p:spPr>
          <a:xfrm xmlns:a="http://schemas.openxmlformats.org/drawingml/2006/main">
            <a:off x="5886450" y="3095625"/>
            <a:ext cx="1295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Theme</a:t>
            </a:r>
          </a:p>
        </p:txBody>
      </p:sp>
      <p:sp>
        <p:nvSpPr>
          <p:cNvPr id="21" name="">
            <a:extLst xmlns:a="http://schemas.openxmlformats.org/drawingml/2006/main">
              <a:ext uri="{FF2B5EF4-FFF2-40B4-BE49-F238E27FC236}">
                <a16:creationId xmlns:a16="http://schemas.microsoft.com/office/drawing/2014/main" id="{E92E2955-F54C-4AF0-9B5B-A99A8B7818DC}"/>
              </a:ext>
            </a:extLst>
          </p:cNvPr>
          <p:cNvSpPr>
            <a:spLocks xmlns:a="http://schemas.openxmlformats.org/drawingml/2006/main" noGrp="1"/>
          </p:cNvSpPr>
          <p:nvPr/>
        </p:nvSpPr>
        <p:spPr>
          <a:xfrm xmlns:a="http://schemas.openxmlformats.org/drawingml/2006/main">
            <a:off x="5581650" y="4086225"/>
            <a:ext cx="1905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로봇·원전</a:t>
            </a:r>
          </a:p>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방산</a:t>
            </a:r>
          </a:p>
        </p:txBody>
      </p:sp>
      <p:sp>
        <p:nvSpPr>
          <p:cNvPr id="22" name="">
            <a:extLst xmlns:a="http://schemas.openxmlformats.org/drawingml/2006/main">
              <a:ext uri="{FF2B5EF4-FFF2-40B4-BE49-F238E27FC236}">
                <a16:creationId xmlns:a16="http://schemas.microsoft.com/office/drawing/2014/main" id="{8D36419C-22BE-4DB3-A2F3-5B10211672B0}"/>
              </a:ext>
            </a:extLst>
          </p:cNvPr>
          <p:cNvSpPr>
            <a:spLocks xmlns:a="http://schemas.openxmlformats.org/drawingml/2006/main" noGrp="1"/>
          </p:cNvSpPr>
          <p:nvPr/>
        </p:nvSpPr>
        <p:spPr>
          <a:xfrm xmlns:a="http://schemas.openxmlformats.org/drawingml/2006/main">
            <a:off x="8267700" y="2076450"/>
            <a:ext cx="1181100" cy="1181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01600"/>
            </a:solidFill>
            <a:prstDash val="solid"/>
          </a:ln>
        </p:spPr>
      </p:sp>
      <p:sp>
        <p:nvSpPr>
          <p:cNvPr id="23" name="">
            <a:extLst xmlns:a="http://schemas.openxmlformats.org/drawingml/2006/main">
              <a:ext uri="{FF2B5EF4-FFF2-40B4-BE49-F238E27FC236}">
                <a16:creationId xmlns:a16="http://schemas.microsoft.com/office/drawing/2014/main" id="{18FF5C35-82A3-4EF2-9463-24829914FE33}"/>
              </a:ext>
            </a:extLst>
          </p:cNvPr>
          <p:cNvSpPr>
            <a:spLocks xmlns:a="http://schemas.openxmlformats.org/drawingml/2006/main" noGrp="1"/>
          </p:cNvSpPr>
          <p:nvPr/>
        </p:nvSpPr>
        <p:spPr>
          <a:xfrm xmlns:a="http://schemas.openxmlformats.org/drawingml/2006/main">
            <a:off x="8343900" y="247650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Company</a:t>
            </a:r>
          </a:p>
        </p:txBody>
      </p:sp>
      <p:sp>
        <p:nvSpPr>
          <p:cNvPr id="24" name="">
            <a:extLst xmlns:a="http://schemas.openxmlformats.org/drawingml/2006/main">
              <a:ext uri="{FF2B5EF4-FFF2-40B4-BE49-F238E27FC236}">
                <a16:creationId xmlns:a16="http://schemas.microsoft.com/office/drawing/2014/main" id="{B118EE9D-68B1-4999-84EA-0ADD55AEEF46}"/>
              </a:ext>
            </a:extLst>
          </p:cNvPr>
          <p:cNvSpPr>
            <a:spLocks xmlns:a="http://schemas.openxmlformats.org/drawingml/2006/main" noGrp="1"/>
          </p:cNvSpPr>
          <p:nvPr/>
        </p:nvSpPr>
        <p:spPr>
          <a:xfrm xmlns:a="http://schemas.openxmlformats.org/drawingml/2006/main">
            <a:off x="8039100" y="3333750"/>
            <a:ext cx="163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사건 주체</a:t>
            </a:r>
          </a:p>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주도 종목</a:t>
            </a:r>
          </a:p>
        </p:txBody>
      </p:sp>
      <p:sp>
        <p:nvSpPr>
          <p:cNvPr id="25" name="">
            <a:extLst xmlns:a="http://schemas.openxmlformats.org/drawingml/2006/main">
              <a:ext uri="{FF2B5EF4-FFF2-40B4-BE49-F238E27FC236}">
                <a16:creationId xmlns:a16="http://schemas.microsoft.com/office/drawing/2014/main" id="{72BE19BE-1A7E-4B53-BF20-081998B07AD2}"/>
              </a:ext>
            </a:extLst>
          </p:cNvPr>
          <p:cNvSpPr>
            <a:spLocks xmlns:a="http://schemas.openxmlformats.org/drawingml/2006/main" noGrp="1"/>
          </p:cNvSpPr>
          <p:nvPr/>
        </p:nvSpPr>
        <p:spPr>
          <a:xfrm xmlns:a="http://schemas.openxmlformats.org/drawingml/2006/main">
            <a:off x="8267700" y="3505200"/>
            <a:ext cx="1181100" cy="1181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01600"/>
            </a:solidFill>
            <a:prstDash val="solid"/>
          </a:ln>
        </p:spPr>
      </p:sp>
      <p:sp>
        <p:nvSpPr>
          <p:cNvPr id="26" name="">
            <a:extLst xmlns:a="http://schemas.openxmlformats.org/drawingml/2006/main">
              <a:ext uri="{FF2B5EF4-FFF2-40B4-BE49-F238E27FC236}">
                <a16:creationId xmlns:a16="http://schemas.microsoft.com/office/drawing/2014/main" id="{907FCDC4-9415-4B35-9CDF-C7FC5C9C1ECB}"/>
              </a:ext>
            </a:extLst>
          </p:cNvPr>
          <p:cNvSpPr>
            <a:spLocks xmlns:a="http://schemas.openxmlformats.org/drawingml/2006/main" noGrp="1"/>
          </p:cNvSpPr>
          <p:nvPr/>
        </p:nvSpPr>
        <p:spPr>
          <a:xfrm xmlns:a="http://schemas.openxmlformats.org/drawingml/2006/main">
            <a:off x="8343900" y="3905250"/>
            <a:ext cx="10287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Outcome</a:t>
            </a:r>
          </a:p>
        </p:txBody>
      </p:sp>
      <p:sp>
        <p:nvSpPr>
          <p:cNvPr id="27" name="">
            <a:extLst xmlns:a="http://schemas.openxmlformats.org/drawingml/2006/main">
              <a:ext uri="{FF2B5EF4-FFF2-40B4-BE49-F238E27FC236}">
                <a16:creationId xmlns:a16="http://schemas.microsoft.com/office/drawing/2014/main" id="{88665A47-E7B1-4701-B050-FA3C07C76796}"/>
              </a:ext>
            </a:extLst>
          </p:cNvPr>
          <p:cNvSpPr>
            <a:spLocks xmlns:a="http://schemas.openxmlformats.org/drawingml/2006/main" noGrp="1"/>
          </p:cNvSpPr>
          <p:nvPr/>
        </p:nvSpPr>
        <p:spPr>
          <a:xfrm xmlns:a="http://schemas.openxmlformats.org/drawingml/2006/main">
            <a:off x="8039100" y="4762500"/>
            <a:ext cx="16383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100000"/>
          </a:bodyPr>
          <a:lstStyle xmlns:a="http://schemas.openxmlformats.org/drawingml/2006/main"/>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T+1·5·20</a:t>
            </a:r>
          </a:p>
          <a:p xmlns:a="http://schemas.openxmlformats.org/drawingml/2006/main">
            <a:pPr algn="ctr">
              <a:lnSpc>
                <a:spcPct val="153846"/>
              </a:lnSpc>
              <a:buNone/>
              <a:defRPr sz="975" b="0">
                <a:solidFill>
                  <a:srgbClr val="401600"/>
                </a:solidFill>
                <a:latin typeface="NanumSquare"/>
                <a:ea typeface="NanumSquare"/>
                <a:cs typeface="NanumSquare"/>
              </a:defRPr>
            </a:pPr>
            <a:r>
              <a:rPr sz="975" b="0">
                <a:solidFill>
                  <a:srgbClr val="401600"/>
                </a:solidFill>
                <a:latin typeface="NanumSquare"/>
                <a:ea typeface="NanumSquare"/>
                <a:cs typeface="NanumSquare"/>
              </a:rPr>
              <a:t>가격 결과</a:t>
            </a:r>
          </a:p>
        </p:txBody>
      </p:sp>
      <p:sp>
        <p:nvSpPr>
          <p:cNvPr id="28" name="">
            <a:extLst xmlns:a="http://schemas.openxmlformats.org/drawingml/2006/main">
              <a:ext uri="{FF2B5EF4-FFF2-40B4-BE49-F238E27FC236}">
                <a16:creationId xmlns:a16="http://schemas.microsoft.com/office/drawing/2014/main" id="{C48B9ACF-7659-4609-9167-B85970E0F343}"/>
              </a:ext>
            </a:extLst>
          </p:cNvPr>
          <p:cNvSpPr>
            <a:spLocks xmlns:a="http://schemas.openxmlformats.org/drawingml/2006/main" noGrp="1"/>
          </p:cNvSpPr>
          <p:nvPr/>
        </p:nvSpPr>
        <p:spPr>
          <a:xfrm xmlns:a="http://schemas.openxmlformats.org/drawingml/2006/main">
            <a:off x="1295400" y="4495800"/>
            <a:ext cx="914400" cy="914400"/>
          </a:xfrm>
          <a:prstGeom xmlns:a="http://schemas.openxmlformats.org/drawingml/2006/main" prst="ellipse">
            <a:avLst/>
          </a:prstGeom>
          <a:solidFill xmlns:a="http://schemas.openxmlformats.org/drawingml/2006/main">
            <a:srgbClr val="FFFFFF"/>
          </a:solidFill>
          <a:ln xmlns:a="http://schemas.openxmlformats.org/drawingml/2006/main" w="28575">
            <a:solidFill>
              <a:srgbClr val="401600"/>
            </a:solidFill>
            <a:prstDash val="solid"/>
          </a:ln>
        </p:spPr>
      </p:sp>
      <p:sp>
        <p:nvSpPr>
          <p:cNvPr id="29" name="">
            <a:extLst xmlns:a="http://schemas.openxmlformats.org/drawingml/2006/main">
              <a:ext uri="{FF2B5EF4-FFF2-40B4-BE49-F238E27FC236}">
                <a16:creationId xmlns:a16="http://schemas.microsoft.com/office/drawing/2014/main" id="{AD6392BF-4DA1-4C0E-83E0-28B9A2E02561}"/>
              </a:ext>
            </a:extLst>
          </p:cNvPr>
          <p:cNvSpPr>
            <a:spLocks xmlns:a="http://schemas.openxmlformats.org/drawingml/2006/main" noGrp="1"/>
          </p:cNvSpPr>
          <p:nvPr/>
        </p:nvSpPr>
        <p:spPr>
          <a:xfrm xmlns:a="http://schemas.openxmlformats.org/drawingml/2006/main">
            <a:off x="1371600" y="4762500"/>
            <a:ext cx="76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Evidence</a:t>
            </a:r>
          </a:p>
        </p:txBody>
      </p:sp>
      <p:sp>
        <p:nvSpPr>
          <p:cNvPr id="30" name="">
            <a:extLst xmlns:a="http://schemas.openxmlformats.org/drawingml/2006/main">
              <a:ext uri="{FF2B5EF4-FFF2-40B4-BE49-F238E27FC236}">
                <a16:creationId xmlns:a16="http://schemas.microsoft.com/office/drawing/2014/main" id="{3D5F5E73-913C-4DED-9129-886FB376D6CF}"/>
              </a:ext>
            </a:extLst>
          </p:cNvPr>
          <p:cNvSpPr>
            <a:spLocks xmlns:a="http://schemas.openxmlformats.org/drawingml/2006/main" noGrp="1"/>
          </p:cNvSpPr>
          <p:nvPr/>
        </p:nvSpPr>
        <p:spPr>
          <a:xfrm xmlns:a="http://schemas.openxmlformats.org/drawingml/2006/main">
            <a:off x="1066800" y="5486400"/>
            <a:ext cx="13716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a:bodyPr>
          <a:lstStyle xmlns:a="http://schemas.openxmlformats.org/drawingml/2006/main"/>
          <a:p xmlns:a="http://schemas.openxmlformats.org/drawingml/2006/main">
            <a:r>
              <a:t/>
            </a:r>
          </a:p>
        </p:txBody>
      </p:sp>
      <p:sp>
        <p:nvSpPr>
          <p:cNvPr id="31" name="">
            <a:extLst xmlns:a="http://schemas.openxmlformats.org/drawingml/2006/main">
              <a:ext uri="{FF2B5EF4-FFF2-40B4-BE49-F238E27FC236}">
                <a16:creationId xmlns:a16="http://schemas.microsoft.com/office/drawing/2014/main" id="{D1A61E16-801D-4F11-BF54-8DA099686E70}"/>
              </a:ext>
            </a:extLst>
          </p:cNvPr>
          <p:cNvSpPr>
            <a:spLocks xmlns:a="http://schemas.openxmlformats.org/drawingml/2006/main" noGrp="1"/>
          </p:cNvSpPr>
          <p:nvPr/>
        </p:nvSpPr>
        <p:spPr>
          <a:xfrm xmlns:a="http://schemas.openxmlformats.org/drawingml/2006/main">
            <a:off x="762000" y="5676900"/>
            <a:ext cx="10668000" cy="514350"/>
          </a:xfrm>
          <a:prstGeom xmlns:a="http://schemas.openxmlformats.org/drawingml/2006/main" prst="roundRect">
            <a:avLst>
              <a:gd name="adj" fmla="val 50000"/>
            </a:avLst>
          </a:prstGeom>
          <a:solidFill xmlns:a="http://schemas.openxmlformats.org/drawingml/2006/main">
            <a:srgbClr val="401600"/>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FA31A1AB-D485-48DC-8708-629874A809CF}"/>
              </a:ext>
            </a:extLst>
          </p:cNvPr>
          <p:cNvSpPr>
            <a:spLocks xmlns:a="http://schemas.openxmlformats.org/drawingml/2006/main" noGrp="1"/>
          </p:cNvSpPr>
          <p:nvPr/>
        </p:nvSpPr>
        <p:spPr>
          <a:xfrm xmlns:a="http://schemas.openxmlformats.org/drawingml/2006/main">
            <a:off x="1047750" y="5676900"/>
            <a:ext cx="100965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Event = 특정 날짜의 Catalyst + ThemeReaction + 관련 Company + Outcome + Evidence</a:t>
            </a:r>
          </a:p>
        </p:txBody>
      </p:sp>
      <p:sp>
        <p:nvSpPr>
          <p:cNvPr id="33" name="">
            <a:extLst xmlns:a="http://schemas.openxmlformats.org/drawingml/2006/main">
              <a:ext uri="{FF2B5EF4-FFF2-40B4-BE49-F238E27FC236}">
                <a16:creationId xmlns:a16="http://schemas.microsoft.com/office/drawing/2014/main" id="{5F4B4135-8448-4E6C-9FCC-D5FAC4312478}"/>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4" name="">
            <a:extLst xmlns:a="http://schemas.openxmlformats.org/drawingml/2006/main">
              <a:ext uri="{FF2B5EF4-FFF2-40B4-BE49-F238E27FC236}">
                <a16:creationId xmlns:a16="http://schemas.microsoft.com/office/drawing/2014/main" id="{E95F6371-C32E-424D-9BD8-43F98FF1ABFD}"/>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201305968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 name="">
            <a:extLst xmlns:a="http://schemas.openxmlformats.org/drawingml/2006/main">
              <a:ext uri="{FF2B5EF4-FFF2-40B4-BE49-F238E27FC236}">
                <a16:creationId xmlns:a16="http://schemas.microsoft.com/office/drawing/2014/main" id="{94079038-B3A2-40D2-898F-E12B82FBE575}"/>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55402DB-6642-4040-BCC9-ACD8D4A6B000}"/>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C7F3AC30-2C75-4D00-A14C-FAD08239EC4A}"/>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03 · IMPLEMENTATION</a:t>
            </a:r>
          </a:p>
        </p:txBody>
      </p:sp>
      <p:sp>
        <p:nvSpPr>
          <p:cNvPr id="4" name="">
            <a:extLst xmlns:a="http://schemas.openxmlformats.org/drawingml/2006/main">
              <a:ext uri="{FF2B5EF4-FFF2-40B4-BE49-F238E27FC236}">
                <a16:creationId xmlns:a16="http://schemas.microsoft.com/office/drawing/2014/main" id="{D8707D96-49CF-4C91-94D4-B44A64F24989}"/>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3만 9,696개 기록을 약 2만 개 사건으로 통합했습니다</a:t>
            </a:r>
          </a:p>
        </p:txBody>
      </p:sp>
      <p:sp>
        <p:nvSpPr>
          <p:cNvPr id="5" name="">
            <a:extLst xmlns:a="http://schemas.openxmlformats.org/drawingml/2006/main">
              <a:ext uri="{FF2B5EF4-FFF2-40B4-BE49-F238E27FC236}">
                <a16:creationId xmlns:a16="http://schemas.microsoft.com/office/drawing/2014/main" id="{565CB5D4-2C81-4596-8DD6-C02772C791A8}"/>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13</a:t>
            </a:r>
          </a:p>
        </p:txBody>
      </p:sp>
      <p:sp>
        <p:nvSpPr>
          <p:cNvPr id="6" name="">
            <a:extLst xmlns:a="http://schemas.openxmlformats.org/drawingml/2006/main">
              <a:ext uri="{FF2B5EF4-FFF2-40B4-BE49-F238E27FC236}">
                <a16:creationId xmlns:a16="http://schemas.microsoft.com/office/drawing/2014/main" id="{A28BD816-A5E1-44DB-B6F0-2D8636E524FC}"/>
              </a:ext>
            </a:extLst>
          </p:cNvPr>
          <p:cNvSpPr>
            <a:spLocks xmlns:a="http://schemas.openxmlformats.org/drawingml/2006/main" noGrp="1"/>
          </p:cNvSpPr>
          <p:nvPr/>
        </p:nvSpPr>
        <p:spPr>
          <a:xfrm xmlns:a="http://schemas.openxmlformats.org/drawingml/2006/main">
            <a:off x="876300" y="1219200"/>
            <a:ext cx="962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원문을 분해하고, 역할을 추출하고, 같은 현실 사건을 하나로 합쳤습니다.</a:t>
            </a:r>
          </a:p>
        </p:txBody>
      </p:sp>
      <p:sp>
        <p:nvSpPr>
          <p:cNvPr id="7" name="">
            <a:extLst xmlns:a="http://schemas.openxmlformats.org/drawingml/2006/main">
              <a:ext uri="{FF2B5EF4-FFF2-40B4-BE49-F238E27FC236}">
                <a16:creationId xmlns:a16="http://schemas.microsoft.com/office/drawing/2014/main" id="{00B3FBD2-D596-4E6A-AB25-84498E78EE6F}"/>
              </a:ext>
            </a:extLst>
          </p:cNvPr>
          <p:cNvSpPr>
            <a:spLocks xmlns:a="http://schemas.openxmlformats.org/drawingml/2006/main" noGrp="1"/>
          </p:cNvSpPr>
          <p:nvPr/>
        </p:nvSpPr>
        <p:spPr>
          <a:xfrm xmlns:a="http://schemas.openxmlformats.org/drawingml/2006/main">
            <a:off x="647700" y="2000250"/>
            <a:ext cx="1809750" cy="1447800"/>
          </a:xfrm>
          <a:prstGeom xmlns:a="http://schemas.openxmlformats.org/drawingml/2006/main" prst="roundRect">
            <a:avLst>
              <a:gd name="adj" fmla="val 13158"/>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DBDAEFF8-D8FD-4142-B274-7D55299FE61E}"/>
              </a:ext>
            </a:extLst>
          </p:cNvPr>
          <p:cNvSpPr>
            <a:spLocks xmlns:a="http://schemas.openxmlformats.org/drawingml/2006/main" noGrp="1"/>
          </p:cNvSpPr>
          <p:nvPr/>
        </p:nvSpPr>
        <p:spPr>
          <a:xfrm xmlns:a="http://schemas.openxmlformats.org/drawingml/2006/main">
            <a:off x="819150" y="21907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01  원문</a:t>
            </a:r>
          </a:p>
        </p:txBody>
      </p:sp>
      <p:sp>
        <p:nvSpPr>
          <p:cNvPr id="9" name="">
            <a:extLst xmlns:a="http://schemas.openxmlformats.org/drawingml/2006/main">
              <a:ext uri="{FF2B5EF4-FFF2-40B4-BE49-F238E27FC236}">
                <a16:creationId xmlns:a16="http://schemas.microsoft.com/office/drawing/2014/main" id="{F4362B40-E77C-46D6-93B9-6EC4F2AA0194}"/>
              </a:ext>
            </a:extLst>
          </p:cNvPr>
          <p:cNvSpPr>
            <a:spLocks xmlns:a="http://schemas.openxmlformats.org/drawingml/2006/main" noGrp="1"/>
          </p:cNvSpPr>
          <p:nvPr/>
        </p:nvSpPr>
        <p:spPr>
          <a:xfrm xmlns:a="http://schemas.openxmlformats.org/drawingml/2006/main">
            <a:off x="838200"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테마 원인</a:t>
            </a:r>
          </a:p>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기록</a:t>
            </a:r>
          </a:p>
        </p:txBody>
      </p:sp>
      <p:sp>
        <p:nvSpPr>
          <p:cNvPr id="10" name="">
            <a:extLst xmlns:a="http://schemas.openxmlformats.org/drawingml/2006/main">
              <a:ext uri="{FF2B5EF4-FFF2-40B4-BE49-F238E27FC236}">
                <a16:creationId xmlns:a16="http://schemas.microsoft.com/office/drawing/2014/main" id="{C9CDE548-3A5A-4038-9B29-0E9D8D764468}"/>
              </a:ext>
            </a:extLst>
          </p:cNvPr>
          <p:cNvSpPr>
            <a:spLocks xmlns:a="http://schemas.openxmlformats.org/drawingml/2006/main" noGrp="1"/>
          </p:cNvSpPr>
          <p:nvPr/>
        </p:nvSpPr>
        <p:spPr>
          <a:xfrm xmlns:a="http://schemas.openxmlformats.org/drawingml/2006/main">
            <a:off x="2514600" y="2571750"/>
            <a:ext cx="3619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1" name="">
            <a:extLst xmlns:a="http://schemas.openxmlformats.org/drawingml/2006/main">
              <a:ext uri="{FF2B5EF4-FFF2-40B4-BE49-F238E27FC236}">
                <a16:creationId xmlns:a16="http://schemas.microsoft.com/office/drawing/2014/main" id="{EFA719FC-CA2F-42CB-A71C-198CA342E72E}"/>
              </a:ext>
            </a:extLst>
          </p:cNvPr>
          <p:cNvSpPr>
            <a:spLocks xmlns:a="http://schemas.openxmlformats.org/drawingml/2006/main" noGrp="1"/>
          </p:cNvSpPr>
          <p:nvPr/>
        </p:nvSpPr>
        <p:spPr>
          <a:xfrm xmlns:a="http://schemas.openxmlformats.org/drawingml/2006/main">
            <a:off x="2971800" y="2000250"/>
            <a:ext cx="1809750" cy="1447800"/>
          </a:xfrm>
          <a:prstGeom xmlns:a="http://schemas.openxmlformats.org/drawingml/2006/main" prst="roundRect">
            <a:avLst>
              <a:gd name="adj" fmla="val 13158"/>
            </a:avLst>
          </a:prstGeom>
          <a:solidFill xmlns:a="http://schemas.openxmlformats.org/drawingml/2006/main">
            <a:srgbClr val="EEEEEE"/>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BD837BF7-C29E-4A33-8E7D-9CB3646CD52B}"/>
              </a:ext>
            </a:extLst>
          </p:cNvPr>
          <p:cNvSpPr>
            <a:spLocks xmlns:a="http://schemas.openxmlformats.org/drawingml/2006/main" noGrp="1"/>
          </p:cNvSpPr>
          <p:nvPr/>
        </p:nvSpPr>
        <p:spPr>
          <a:xfrm xmlns:a="http://schemas.openxmlformats.org/drawingml/2006/main">
            <a:off x="3143250" y="21907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02  사건 분리</a:t>
            </a:r>
          </a:p>
        </p:txBody>
      </p:sp>
      <p:sp>
        <p:nvSpPr>
          <p:cNvPr id="13" name="">
            <a:extLst xmlns:a="http://schemas.openxmlformats.org/drawingml/2006/main">
              <a:ext uri="{FF2B5EF4-FFF2-40B4-BE49-F238E27FC236}">
                <a16:creationId xmlns:a16="http://schemas.microsoft.com/office/drawing/2014/main" id="{07A6C15E-DA24-4FB3-8747-8915EC19116D}"/>
              </a:ext>
            </a:extLst>
          </p:cNvPr>
          <p:cNvSpPr>
            <a:spLocks xmlns:a="http://schemas.openxmlformats.org/drawingml/2006/main" noGrp="1"/>
          </p:cNvSpPr>
          <p:nvPr/>
        </p:nvSpPr>
        <p:spPr>
          <a:xfrm xmlns:a="http://schemas.openxmlformats.org/drawingml/2006/main">
            <a:off x="3162300"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한 문장 속</a:t>
            </a:r>
          </a:p>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복수 사건 분리</a:t>
            </a:r>
          </a:p>
        </p:txBody>
      </p:sp>
      <p:sp>
        <p:nvSpPr>
          <p:cNvPr id="14" name="">
            <a:extLst xmlns:a="http://schemas.openxmlformats.org/drawingml/2006/main">
              <a:ext uri="{FF2B5EF4-FFF2-40B4-BE49-F238E27FC236}">
                <a16:creationId xmlns:a16="http://schemas.microsoft.com/office/drawing/2014/main" id="{3D49891B-8ACC-4C28-BB18-766D33C8E5B3}"/>
              </a:ext>
            </a:extLst>
          </p:cNvPr>
          <p:cNvSpPr>
            <a:spLocks xmlns:a="http://schemas.openxmlformats.org/drawingml/2006/main" noGrp="1"/>
          </p:cNvSpPr>
          <p:nvPr/>
        </p:nvSpPr>
        <p:spPr>
          <a:xfrm xmlns:a="http://schemas.openxmlformats.org/drawingml/2006/main">
            <a:off x="4838700" y="2571750"/>
            <a:ext cx="3619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5" name="">
            <a:extLst xmlns:a="http://schemas.openxmlformats.org/drawingml/2006/main">
              <a:ext uri="{FF2B5EF4-FFF2-40B4-BE49-F238E27FC236}">
                <a16:creationId xmlns:a16="http://schemas.microsoft.com/office/drawing/2014/main" id="{85C318E7-181C-45CC-9566-876D447166A2}"/>
              </a:ext>
            </a:extLst>
          </p:cNvPr>
          <p:cNvSpPr>
            <a:spLocks xmlns:a="http://schemas.openxmlformats.org/drawingml/2006/main" noGrp="1"/>
          </p:cNvSpPr>
          <p:nvPr/>
        </p:nvSpPr>
        <p:spPr>
          <a:xfrm xmlns:a="http://schemas.openxmlformats.org/drawingml/2006/main">
            <a:off x="5295900" y="2000250"/>
            <a:ext cx="1809750" cy="1447800"/>
          </a:xfrm>
          <a:prstGeom xmlns:a="http://schemas.openxmlformats.org/drawingml/2006/main" prst="roundRect">
            <a:avLst>
              <a:gd name="adj" fmla="val 13158"/>
            </a:avLst>
          </a:prstGeom>
          <a:solidFill xmlns:a="http://schemas.openxmlformats.org/drawingml/2006/main">
            <a:srgbClr val="EEEEE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3E0FD167-0F9E-4908-A286-85C34ADBDCAB}"/>
              </a:ext>
            </a:extLst>
          </p:cNvPr>
          <p:cNvSpPr>
            <a:spLocks xmlns:a="http://schemas.openxmlformats.org/drawingml/2006/main" noGrp="1"/>
          </p:cNvSpPr>
          <p:nvPr/>
        </p:nvSpPr>
        <p:spPr>
          <a:xfrm xmlns:a="http://schemas.openxmlformats.org/drawingml/2006/main">
            <a:off x="5467350" y="21907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03  의미 추출</a:t>
            </a:r>
          </a:p>
        </p:txBody>
      </p:sp>
      <p:sp>
        <p:nvSpPr>
          <p:cNvPr id="17" name="">
            <a:extLst xmlns:a="http://schemas.openxmlformats.org/drawingml/2006/main">
              <a:ext uri="{FF2B5EF4-FFF2-40B4-BE49-F238E27FC236}">
                <a16:creationId xmlns:a16="http://schemas.microsoft.com/office/drawing/2014/main" id="{528BFAB7-8D51-4D2A-B3C5-71BD248F7E9F}"/>
              </a:ext>
            </a:extLst>
          </p:cNvPr>
          <p:cNvSpPr>
            <a:spLocks xmlns:a="http://schemas.openxmlformats.org/drawingml/2006/main" noGrp="1"/>
          </p:cNvSpPr>
          <p:nvPr/>
        </p:nvSpPr>
        <p:spPr>
          <a:xfrm xmlns:a="http://schemas.openxmlformats.org/drawingml/2006/main">
            <a:off x="5486400"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유형·단계</a:t>
            </a:r>
          </a:p>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회사 역할</a:t>
            </a:r>
          </a:p>
        </p:txBody>
      </p:sp>
      <p:sp>
        <p:nvSpPr>
          <p:cNvPr id="18" name="">
            <a:extLst xmlns:a="http://schemas.openxmlformats.org/drawingml/2006/main">
              <a:ext uri="{FF2B5EF4-FFF2-40B4-BE49-F238E27FC236}">
                <a16:creationId xmlns:a16="http://schemas.microsoft.com/office/drawing/2014/main" id="{F372A180-1E02-4FD2-940A-8F7C9901E77E}"/>
              </a:ext>
            </a:extLst>
          </p:cNvPr>
          <p:cNvSpPr>
            <a:spLocks xmlns:a="http://schemas.openxmlformats.org/drawingml/2006/main" noGrp="1"/>
          </p:cNvSpPr>
          <p:nvPr/>
        </p:nvSpPr>
        <p:spPr>
          <a:xfrm xmlns:a="http://schemas.openxmlformats.org/drawingml/2006/main">
            <a:off x="7162800" y="2571750"/>
            <a:ext cx="3619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19" name="">
            <a:extLst xmlns:a="http://schemas.openxmlformats.org/drawingml/2006/main">
              <a:ext uri="{FF2B5EF4-FFF2-40B4-BE49-F238E27FC236}">
                <a16:creationId xmlns:a16="http://schemas.microsoft.com/office/drawing/2014/main" id="{AF141B82-DACA-4188-925D-CD702FCE8A83}"/>
              </a:ext>
            </a:extLst>
          </p:cNvPr>
          <p:cNvSpPr>
            <a:spLocks xmlns:a="http://schemas.openxmlformats.org/drawingml/2006/main" noGrp="1"/>
          </p:cNvSpPr>
          <p:nvPr/>
        </p:nvSpPr>
        <p:spPr>
          <a:xfrm xmlns:a="http://schemas.openxmlformats.org/drawingml/2006/main">
            <a:off x="7620000" y="2000250"/>
            <a:ext cx="1809750" cy="1447800"/>
          </a:xfrm>
          <a:prstGeom xmlns:a="http://schemas.openxmlformats.org/drawingml/2006/main" prst="roundRect">
            <a:avLst>
              <a:gd name="adj" fmla="val 13158"/>
            </a:avLst>
          </a:prstGeom>
          <a:solidFill xmlns:a="http://schemas.openxmlformats.org/drawingml/2006/main">
            <a:srgbClr val="EEEEE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18A276C9-CB25-4D74-9007-A945E0B990C7}"/>
              </a:ext>
            </a:extLst>
          </p:cNvPr>
          <p:cNvSpPr>
            <a:spLocks xmlns:a="http://schemas.openxmlformats.org/drawingml/2006/main" noGrp="1"/>
          </p:cNvSpPr>
          <p:nvPr/>
        </p:nvSpPr>
        <p:spPr>
          <a:xfrm xmlns:a="http://schemas.openxmlformats.org/drawingml/2006/main">
            <a:off x="7791450" y="21907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04  동일 사건 통합</a:t>
            </a:r>
          </a:p>
        </p:txBody>
      </p:sp>
      <p:sp>
        <p:nvSpPr>
          <p:cNvPr id="21" name="">
            <a:extLst xmlns:a="http://schemas.openxmlformats.org/drawingml/2006/main">
              <a:ext uri="{FF2B5EF4-FFF2-40B4-BE49-F238E27FC236}">
                <a16:creationId xmlns:a16="http://schemas.microsoft.com/office/drawing/2014/main" id="{23B4BF09-6B6F-4815-9F64-1EAACFEB7AC7}"/>
              </a:ext>
            </a:extLst>
          </p:cNvPr>
          <p:cNvSpPr>
            <a:spLocks xmlns:a="http://schemas.openxmlformats.org/drawingml/2006/main" noGrp="1"/>
          </p:cNvSpPr>
          <p:nvPr/>
        </p:nvSpPr>
        <p:spPr>
          <a:xfrm xmlns:a="http://schemas.openxmlformats.org/drawingml/2006/main">
            <a:off x="7810500"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중복 표현</a:t>
            </a:r>
          </a:p>
          <a:p xmlns:a="http://schemas.openxmlformats.org/drawingml/2006/main">
            <a:pPr algn="ctr">
              <a:lnSpc>
                <a:spcPct val="160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하나로 병합</a:t>
            </a:r>
          </a:p>
        </p:txBody>
      </p:sp>
      <p:sp>
        <p:nvSpPr>
          <p:cNvPr id="22" name="">
            <a:extLst xmlns:a="http://schemas.openxmlformats.org/drawingml/2006/main">
              <a:ext uri="{FF2B5EF4-FFF2-40B4-BE49-F238E27FC236}">
                <a16:creationId xmlns:a16="http://schemas.microsoft.com/office/drawing/2014/main" id="{18D11B3D-33FA-499F-AFD4-8C4EA6F6869A}"/>
              </a:ext>
            </a:extLst>
          </p:cNvPr>
          <p:cNvSpPr>
            <a:spLocks xmlns:a="http://schemas.openxmlformats.org/drawingml/2006/main" noGrp="1"/>
          </p:cNvSpPr>
          <p:nvPr/>
        </p:nvSpPr>
        <p:spPr>
          <a:xfrm xmlns:a="http://schemas.openxmlformats.org/drawingml/2006/main">
            <a:off x="9486900" y="2571750"/>
            <a:ext cx="361950" cy="3048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23" name="">
            <a:extLst xmlns:a="http://schemas.openxmlformats.org/drawingml/2006/main">
              <a:ext uri="{FF2B5EF4-FFF2-40B4-BE49-F238E27FC236}">
                <a16:creationId xmlns:a16="http://schemas.microsoft.com/office/drawing/2014/main" id="{8FFC46A2-6B1E-4D42-A6A9-5C4369DB5653}"/>
              </a:ext>
            </a:extLst>
          </p:cNvPr>
          <p:cNvSpPr>
            <a:spLocks xmlns:a="http://schemas.openxmlformats.org/drawingml/2006/main" noGrp="1"/>
          </p:cNvSpPr>
          <p:nvPr/>
        </p:nvSpPr>
        <p:spPr>
          <a:xfrm xmlns:a="http://schemas.openxmlformats.org/drawingml/2006/main">
            <a:off x="9944100" y="2000250"/>
            <a:ext cx="1809750" cy="1447800"/>
          </a:xfrm>
          <a:prstGeom xmlns:a="http://schemas.openxmlformats.org/drawingml/2006/main" prst="roundRect">
            <a:avLst>
              <a:gd name="adj" fmla="val 13158"/>
            </a:avLst>
          </a:prstGeom>
          <a:solidFill xmlns:a="http://schemas.openxmlformats.org/drawingml/2006/main">
            <a:srgbClr val="401600"/>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EEE70604-A4CF-43C7-951D-6984630A135B}"/>
              </a:ext>
            </a:extLst>
          </p:cNvPr>
          <p:cNvSpPr>
            <a:spLocks xmlns:a="http://schemas.openxmlformats.org/drawingml/2006/main" noGrp="1"/>
          </p:cNvSpPr>
          <p:nvPr/>
        </p:nvSpPr>
        <p:spPr>
          <a:xfrm xmlns:a="http://schemas.openxmlformats.org/drawingml/2006/main">
            <a:off x="10115550" y="219075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05  관계 연결</a:t>
            </a:r>
          </a:p>
        </p:txBody>
      </p:sp>
      <p:sp>
        <p:nvSpPr>
          <p:cNvPr id="25" name="">
            <a:extLst xmlns:a="http://schemas.openxmlformats.org/drawingml/2006/main">
              <a:ext uri="{FF2B5EF4-FFF2-40B4-BE49-F238E27FC236}">
                <a16:creationId xmlns:a16="http://schemas.microsoft.com/office/drawing/2014/main" id="{3764091C-503F-40AC-B095-FEB9E53EAD81}"/>
              </a:ext>
            </a:extLst>
          </p:cNvPr>
          <p:cNvSpPr>
            <a:spLocks xmlns:a="http://schemas.openxmlformats.org/drawingml/2006/main" noGrp="1"/>
          </p:cNvSpPr>
          <p:nvPr/>
        </p:nvSpPr>
        <p:spPr>
          <a:xfrm xmlns:a="http://schemas.openxmlformats.org/drawingml/2006/main">
            <a:off x="10134600" y="2724150"/>
            <a:ext cx="1428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0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Catalyst</a:t>
            </a:r>
          </a:p>
          <a:p xmlns:a="http://schemas.openxmlformats.org/drawingml/2006/main">
            <a:pPr algn="ctr">
              <a:lnSpc>
                <a:spcPct val="160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Reaction·Evidence</a:t>
            </a:r>
          </a:p>
        </p:txBody>
      </p:sp>
      <p:sp>
        <p:nvSpPr>
          <p:cNvPr id="26" name="">
            <a:extLst xmlns:a="http://schemas.openxmlformats.org/drawingml/2006/main">
              <a:ext uri="{FF2B5EF4-FFF2-40B4-BE49-F238E27FC236}">
                <a16:creationId xmlns:a16="http://schemas.microsoft.com/office/drawing/2014/main" id="{16C53B98-A271-4AFB-BBDE-003B71B15117}"/>
              </a:ext>
            </a:extLst>
          </p:cNvPr>
          <p:cNvSpPr>
            <a:spLocks xmlns:a="http://schemas.openxmlformats.org/drawingml/2006/main" noGrp="1"/>
          </p:cNvSpPr>
          <p:nvPr/>
        </p:nvSpPr>
        <p:spPr>
          <a:xfrm xmlns:a="http://schemas.openxmlformats.org/drawingml/2006/main">
            <a:off x="647700" y="3790950"/>
            <a:ext cx="10896600" cy="647700"/>
          </a:xfrm>
          <a:prstGeom xmlns:a="http://schemas.openxmlformats.org/drawingml/2006/main" prst="roundRect">
            <a:avLst>
              <a:gd name="adj" fmla="val 26471"/>
            </a:avLst>
          </a:prstGeom>
          <a:solidFill xmlns:a="http://schemas.openxmlformats.org/drawingml/2006/main">
            <a:srgbClr val="FFFFFF"/>
          </a:solidFill>
          <a:ln xmlns:a="http://schemas.openxmlformats.org/drawingml/2006/main" w="19050">
            <a:solidFill>
              <a:srgbClr val="401600"/>
            </a:solidFill>
            <a:prstDash val="solid"/>
          </a:ln>
        </p:spPr>
      </p:sp>
      <p:sp>
        <p:nvSpPr>
          <p:cNvPr id="27" name="">
            <a:extLst xmlns:a="http://schemas.openxmlformats.org/drawingml/2006/main">
              <a:ext uri="{FF2B5EF4-FFF2-40B4-BE49-F238E27FC236}">
                <a16:creationId xmlns:a16="http://schemas.microsoft.com/office/drawing/2014/main" id="{3607A81D-4127-4B3E-83D7-DA04AF844E80}"/>
              </a:ext>
            </a:extLst>
          </p:cNvPr>
          <p:cNvSpPr>
            <a:spLocks xmlns:a="http://schemas.openxmlformats.org/drawingml/2006/main" noGrp="1"/>
          </p:cNvSpPr>
          <p:nvPr/>
        </p:nvSpPr>
        <p:spPr>
          <a:xfrm xmlns:a="http://schemas.openxmlformats.org/drawingml/2006/main">
            <a:off x="895350" y="3790950"/>
            <a:ext cx="104013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a:solidFill>
                  <a:srgbClr val="401600"/>
                </a:solidFill>
                <a:latin typeface="NanumSquare"/>
                <a:ea typeface="NanumSquare"/>
                <a:cs typeface="NanumSquare"/>
              </a:defRPr>
            </a:pPr>
            <a:r>
              <a:rPr sz="1650" b="1">
                <a:solidFill>
                  <a:srgbClr val="401600"/>
                </a:solidFill>
                <a:latin typeface="NanumSquare"/>
                <a:ea typeface="NanumSquare"/>
                <a:cs typeface="NanumSquare"/>
              </a:rPr>
              <a:t>PostgreSQL의 개체 테이블 + 관계 테이블로 지식 그래프 구현</a:t>
            </a:r>
          </a:p>
        </p:txBody>
      </p:sp>
      <p:sp>
        <p:nvSpPr>
          <p:cNvPr id="28" name="">
            <a:extLst xmlns:a="http://schemas.openxmlformats.org/drawingml/2006/main">
              <a:ext uri="{FF2B5EF4-FFF2-40B4-BE49-F238E27FC236}">
                <a16:creationId xmlns:a16="http://schemas.microsoft.com/office/drawing/2014/main" id="{D39B5927-3EA3-4273-BAC0-F7B9BBB75C8A}"/>
              </a:ext>
            </a:extLst>
          </p:cNvPr>
          <p:cNvSpPr>
            <a:spLocks xmlns:a="http://schemas.openxmlformats.org/drawingml/2006/main" noGrp="1"/>
          </p:cNvSpPr>
          <p:nvPr/>
        </p:nvSpPr>
        <p:spPr>
          <a:xfrm xmlns:a="http://schemas.openxmlformats.org/drawingml/2006/main">
            <a:off x="1466850" y="4819650"/>
            <a:ext cx="2800350" cy="1066800"/>
          </a:xfrm>
          <a:prstGeom xmlns:a="http://schemas.openxmlformats.org/drawingml/2006/main" prst="roundRect">
            <a:avLst>
              <a:gd name="adj" fmla="val 17857"/>
            </a:avLst>
          </a:prstGeom>
          <a:solidFill xmlns:a="http://schemas.openxmlformats.org/drawingml/2006/main">
            <a:srgbClr val="401600"/>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1300A77-79F4-4307-92BE-F522FDBD5CD4}"/>
              </a:ext>
            </a:extLst>
          </p:cNvPr>
          <p:cNvSpPr>
            <a:spLocks xmlns:a="http://schemas.openxmlformats.org/drawingml/2006/main" noGrp="1"/>
          </p:cNvSpPr>
          <p:nvPr/>
        </p:nvSpPr>
        <p:spPr>
          <a:xfrm xmlns:a="http://schemas.openxmlformats.org/drawingml/2006/main">
            <a:off x="1657350" y="49149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FFFFF"/>
                </a:solidFill>
                <a:latin typeface="NanumSquare"/>
                <a:ea typeface="NanumSquare"/>
                <a:cs typeface="NanumSquare"/>
              </a:defRPr>
            </a:pPr>
            <a:r>
              <a:rPr sz="2850" b="1">
                <a:solidFill>
                  <a:srgbClr val="FFFFFF"/>
                </a:solidFill>
                <a:latin typeface="NanumSquare"/>
                <a:ea typeface="NanumSquare"/>
                <a:cs typeface="NanumSquare"/>
              </a:rPr>
              <a:t>86.8%</a:t>
            </a:r>
          </a:p>
        </p:txBody>
      </p:sp>
      <p:sp>
        <p:nvSpPr>
          <p:cNvPr id="30" name="">
            <a:extLst xmlns:a="http://schemas.openxmlformats.org/drawingml/2006/main">
              <a:ext uri="{FF2B5EF4-FFF2-40B4-BE49-F238E27FC236}">
                <a16:creationId xmlns:a16="http://schemas.microsoft.com/office/drawing/2014/main" id="{9F2AC795-D7E0-4D76-BF1A-053D09F4C784}"/>
              </a:ext>
            </a:extLst>
          </p:cNvPr>
          <p:cNvSpPr>
            <a:spLocks xmlns:a="http://schemas.openxmlformats.org/drawingml/2006/main" noGrp="1"/>
          </p:cNvSpPr>
          <p:nvPr/>
        </p:nvSpPr>
        <p:spPr>
          <a:xfrm xmlns:a="http://schemas.openxmlformats.org/drawingml/2006/main">
            <a:off x="1657350" y="54292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사건 원인 분류</a:t>
            </a:r>
          </a:p>
        </p:txBody>
      </p:sp>
      <p:sp>
        <p:nvSpPr>
          <p:cNvPr id="31" name="">
            <a:extLst xmlns:a="http://schemas.openxmlformats.org/drawingml/2006/main">
              <a:ext uri="{FF2B5EF4-FFF2-40B4-BE49-F238E27FC236}">
                <a16:creationId xmlns:a16="http://schemas.microsoft.com/office/drawing/2014/main" id="{89AD66C3-DC11-4077-9654-BFC37374FCC7}"/>
              </a:ext>
            </a:extLst>
          </p:cNvPr>
          <p:cNvSpPr>
            <a:spLocks xmlns:a="http://schemas.openxmlformats.org/drawingml/2006/main" noGrp="1"/>
          </p:cNvSpPr>
          <p:nvPr/>
        </p:nvSpPr>
        <p:spPr>
          <a:xfrm xmlns:a="http://schemas.openxmlformats.org/drawingml/2006/main">
            <a:off x="4705350" y="4819650"/>
            <a:ext cx="2800350" cy="1066800"/>
          </a:xfrm>
          <a:prstGeom xmlns:a="http://schemas.openxmlformats.org/drawingml/2006/main" prst="roundRect">
            <a:avLst>
              <a:gd name="adj" fmla="val 17857"/>
            </a:avLst>
          </a:prstGeom>
          <a:solidFill xmlns:a="http://schemas.openxmlformats.org/drawingml/2006/main">
            <a:srgbClr val="FD9F2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E1741CF1-7DBE-46C9-9B0D-6B3BB360FFB8}"/>
              </a:ext>
            </a:extLst>
          </p:cNvPr>
          <p:cNvSpPr>
            <a:spLocks xmlns:a="http://schemas.openxmlformats.org/drawingml/2006/main" noGrp="1"/>
          </p:cNvSpPr>
          <p:nvPr/>
        </p:nvSpPr>
        <p:spPr>
          <a:xfrm xmlns:a="http://schemas.openxmlformats.org/drawingml/2006/main">
            <a:off x="4895850" y="49149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FFFFF"/>
                </a:solidFill>
                <a:latin typeface="NanumSquare"/>
                <a:ea typeface="NanumSquare"/>
                <a:cs typeface="NanumSquare"/>
              </a:defRPr>
            </a:pPr>
            <a:r>
              <a:rPr sz="2850" b="1">
                <a:solidFill>
                  <a:srgbClr val="FFFFFF"/>
                </a:solidFill>
                <a:latin typeface="NanumSquare"/>
                <a:ea typeface="NanumSquare"/>
                <a:cs typeface="NanumSquare"/>
              </a:rPr>
              <a:t>99.6%</a:t>
            </a:r>
          </a:p>
        </p:txBody>
      </p:sp>
      <p:sp>
        <p:nvSpPr>
          <p:cNvPr id="33" name="">
            <a:extLst xmlns:a="http://schemas.openxmlformats.org/drawingml/2006/main">
              <a:ext uri="{FF2B5EF4-FFF2-40B4-BE49-F238E27FC236}">
                <a16:creationId xmlns:a16="http://schemas.microsoft.com/office/drawing/2014/main" id="{E27712D0-9289-40FD-B2D7-30B5A3A89E43}"/>
              </a:ext>
            </a:extLst>
          </p:cNvPr>
          <p:cNvSpPr>
            <a:spLocks xmlns:a="http://schemas.openxmlformats.org/drawingml/2006/main" noGrp="1"/>
          </p:cNvSpPr>
          <p:nvPr/>
        </p:nvSpPr>
        <p:spPr>
          <a:xfrm xmlns:a="http://schemas.openxmlformats.org/drawingml/2006/main">
            <a:off x="4895850" y="54292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상승·하락 방향</a:t>
            </a:r>
          </a:p>
        </p:txBody>
      </p:sp>
      <p:sp>
        <p:nvSpPr>
          <p:cNvPr id="34" name="">
            <a:extLst xmlns:a="http://schemas.openxmlformats.org/drawingml/2006/main">
              <a:ext uri="{FF2B5EF4-FFF2-40B4-BE49-F238E27FC236}">
                <a16:creationId xmlns:a16="http://schemas.microsoft.com/office/drawing/2014/main" id="{7F1D76FB-8398-4C43-9457-F803525534F5}"/>
              </a:ext>
            </a:extLst>
          </p:cNvPr>
          <p:cNvSpPr>
            <a:spLocks xmlns:a="http://schemas.openxmlformats.org/drawingml/2006/main" noGrp="1"/>
          </p:cNvSpPr>
          <p:nvPr/>
        </p:nvSpPr>
        <p:spPr>
          <a:xfrm xmlns:a="http://schemas.openxmlformats.org/drawingml/2006/main">
            <a:off x="7943850" y="4819650"/>
            <a:ext cx="2800350" cy="1066800"/>
          </a:xfrm>
          <a:prstGeom xmlns:a="http://schemas.openxmlformats.org/drawingml/2006/main" prst="roundRect">
            <a:avLst>
              <a:gd name="adj" fmla="val 17857"/>
            </a:avLst>
          </a:prstGeom>
          <a:solidFill xmlns:a="http://schemas.openxmlformats.org/drawingml/2006/main">
            <a:srgbClr val="401600"/>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15BBB42B-6C3C-4113-9D96-F6E8841F1952}"/>
              </a:ext>
            </a:extLst>
          </p:cNvPr>
          <p:cNvSpPr>
            <a:spLocks xmlns:a="http://schemas.openxmlformats.org/drawingml/2006/main" noGrp="1"/>
          </p:cNvSpPr>
          <p:nvPr/>
        </p:nvSpPr>
        <p:spPr>
          <a:xfrm xmlns:a="http://schemas.openxmlformats.org/drawingml/2006/main">
            <a:off x="8134350" y="4914900"/>
            <a:ext cx="24193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2850" b="1">
                <a:solidFill>
                  <a:srgbClr val="FFFFFF"/>
                </a:solidFill>
                <a:latin typeface="NanumSquare"/>
                <a:ea typeface="NanumSquare"/>
                <a:cs typeface="NanumSquare"/>
              </a:defRPr>
            </a:pPr>
            <a:r>
              <a:rPr sz="2850" b="1">
                <a:solidFill>
                  <a:srgbClr val="FFFFFF"/>
                </a:solidFill>
                <a:latin typeface="NanumSquare"/>
                <a:ea typeface="NanumSquare"/>
                <a:cs typeface="NanumSquare"/>
              </a:rPr>
              <a:t>90.0%</a:t>
            </a:r>
          </a:p>
        </p:txBody>
      </p:sp>
      <p:sp>
        <p:nvSpPr>
          <p:cNvPr id="36" name="">
            <a:extLst xmlns:a="http://schemas.openxmlformats.org/drawingml/2006/main">
              <a:ext uri="{FF2B5EF4-FFF2-40B4-BE49-F238E27FC236}">
                <a16:creationId xmlns:a16="http://schemas.microsoft.com/office/drawing/2014/main" id="{6B3EC9E5-C2E0-4E8A-8BF4-0900A033B7F4}"/>
              </a:ext>
            </a:extLst>
          </p:cNvPr>
          <p:cNvSpPr>
            <a:spLocks xmlns:a="http://schemas.openxmlformats.org/drawingml/2006/main" noGrp="1"/>
          </p:cNvSpPr>
          <p:nvPr/>
        </p:nvSpPr>
        <p:spPr>
          <a:xfrm xmlns:a="http://schemas.openxmlformats.org/drawingml/2006/main">
            <a:off x="8134350" y="5429250"/>
            <a:ext cx="24193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기대·확정 단계</a:t>
            </a:r>
          </a:p>
        </p:txBody>
      </p:sp>
      <p:sp>
        <p:nvSpPr>
          <p:cNvPr id="37" name="">
            <a:extLst xmlns:a="http://schemas.openxmlformats.org/drawingml/2006/main">
              <a:ext uri="{FF2B5EF4-FFF2-40B4-BE49-F238E27FC236}">
                <a16:creationId xmlns:a16="http://schemas.microsoft.com/office/drawing/2014/main" id="{5712C07E-9346-403A-B8ED-7A8E9877677C}"/>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8" name="">
            <a:extLst xmlns:a="http://schemas.openxmlformats.org/drawingml/2006/main">
              <a:ext uri="{FF2B5EF4-FFF2-40B4-BE49-F238E27FC236}">
                <a16:creationId xmlns:a16="http://schemas.microsoft.com/office/drawing/2014/main" id="{508FD7C5-856D-47FB-BC21-E447FA5A29D2}"/>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75965912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4" name="">
            <a:extLst xmlns:a="http://schemas.openxmlformats.org/drawingml/2006/main">
              <a:ext uri="{FF2B5EF4-FFF2-40B4-BE49-F238E27FC236}">
                <a16:creationId xmlns:a16="http://schemas.microsoft.com/office/drawing/2014/main" id="{3B3030E4-5B68-4F15-AE11-83266E7354F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484E40C-8744-4123-99AF-C86EAEEFC5C9}"/>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75CD8FAA-822A-4C17-AB96-5BE291A2EB6C}"/>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04 · VALIDATION</a:t>
            </a:r>
          </a:p>
        </p:txBody>
      </p:sp>
      <p:sp>
        <p:nvSpPr>
          <p:cNvPr id="4" name="">
            <a:extLst xmlns:a="http://schemas.openxmlformats.org/drawingml/2006/main">
              <a:ext uri="{FF2B5EF4-FFF2-40B4-BE49-F238E27FC236}">
                <a16:creationId xmlns:a16="http://schemas.microsoft.com/office/drawing/2014/main" id="{60F8D570-8E3C-4E93-802D-DC3950EC3CBA}"/>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온톨로지 기반 검색이 세 지표에서 가장 높았습니다</a:t>
            </a:r>
          </a:p>
        </p:txBody>
      </p:sp>
      <p:sp>
        <p:nvSpPr>
          <p:cNvPr id="5" name="">
            <a:extLst xmlns:a="http://schemas.openxmlformats.org/drawingml/2006/main">
              <a:ext uri="{FF2B5EF4-FFF2-40B4-BE49-F238E27FC236}">
                <a16:creationId xmlns:a16="http://schemas.microsoft.com/office/drawing/2014/main" id="{F30593BA-337A-4AD3-B592-67847312F580}"/>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14</a:t>
            </a:r>
          </a:p>
        </p:txBody>
      </p:sp>
      <p:sp>
        <p:nvSpPr>
          <p:cNvPr id="6" name="">
            <a:extLst xmlns:a="http://schemas.openxmlformats.org/drawingml/2006/main">
              <a:ext uri="{FF2B5EF4-FFF2-40B4-BE49-F238E27FC236}">
                <a16:creationId xmlns:a16="http://schemas.microsoft.com/office/drawing/2014/main" id="{762A1E31-EC67-44D7-8850-FD6E580B88DA}"/>
              </a:ext>
            </a:extLst>
          </p:cNvPr>
          <p:cNvSpPr>
            <a:spLocks xmlns:a="http://schemas.openxmlformats.org/drawingml/2006/main" noGrp="1"/>
          </p:cNvSpPr>
          <p:nvPr/>
        </p:nvSpPr>
        <p:spPr>
          <a:xfrm xmlns:a="http://schemas.openxmlformats.org/drawingml/2006/main">
            <a:off x="876300" y="1219200"/>
            <a:ext cx="9525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동일한 80개 질문 · 4개 검색 방식 · Ragas 평가</a:t>
            </a:r>
          </a:p>
        </p:txBody>
      </p:sp>
      <p:sp>
        <p:nvSpPr>
          <p:cNvPr id="7" name="">
            <a:extLst xmlns:a="http://schemas.openxmlformats.org/drawingml/2006/main">
              <a:ext uri="{FF2B5EF4-FFF2-40B4-BE49-F238E27FC236}">
                <a16:creationId xmlns:a16="http://schemas.microsoft.com/office/drawing/2014/main" id="{B4F66966-8500-4778-8A58-B017266E7EEC}"/>
              </a:ext>
            </a:extLst>
          </p:cNvPr>
          <p:cNvSpPr>
            <a:spLocks xmlns:a="http://schemas.openxmlformats.org/drawingml/2006/main" noGrp="1"/>
          </p:cNvSpPr>
          <p:nvPr/>
        </p:nvSpPr>
        <p:spPr>
          <a:xfrm xmlns:a="http://schemas.openxmlformats.org/drawingml/2006/main">
            <a:off x="647700" y="1809750"/>
            <a:ext cx="2647950" cy="3886200"/>
          </a:xfrm>
          <a:prstGeom xmlns:a="http://schemas.openxmlformats.org/drawingml/2006/main" prst="roundRect">
            <a:avLst>
              <a:gd name="adj" fmla="val 7914"/>
            </a:avLst>
          </a:prstGeom>
          <a:solidFill xmlns:a="http://schemas.openxmlformats.org/drawingml/2006/main">
            <a:srgbClr val="4016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7EC207A0-2C11-4651-9CAE-E52DD71D4283}"/>
              </a:ext>
            </a:extLst>
          </p:cNvPr>
          <p:cNvSpPr>
            <a:spLocks xmlns:a="http://schemas.openxmlformats.org/drawingml/2006/main" noGrp="1"/>
          </p:cNvSpPr>
          <p:nvPr/>
        </p:nvSpPr>
        <p:spPr>
          <a:xfrm xmlns:a="http://schemas.openxmlformats.org/drawingml/2006/main">
            <a:off x="895350" y="2038350"/>
            <a:ext cx="2152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EVALUATION SETUP</a:t>
            </a:r>
          </a:p>
        </p:txBody>
      </p:sp>
      <p:sp>
        <p:nvSpPr>
          <p:cNvPr id="9" name="">
            <a:extLst xmlns:a="http://schemas.openxmlformats.org/drawingml/2006/main">
              <a:ext uri="{FF2B5EF4-FFF2-40B4-BE49-F238E27FC236}">
                <a16:creationId xmlns:a16="http://schemas.microsoft.com/office/drawing/2014/main" id="{434B3D4B-F826-4973-BD5A-DD1B121FB260}"/>
              </a:ext>
            </a:extLst>
          </p:cNvPr>
          <p:cNvSpPr>
            <a:spLocks xmlns:a="http://schemas.openxmlformats.org/drawingml/2006/main" noGrp="1"/>
          </p:cNvSpPr>
          <p:nvPr/>
        </p:nvSpPr>
        <p:spPr>
          <a:xfrm xmlns:a="http://schemas.openxmlformats.org/drawingml/2006/main">
            <a:off x="895350" y="2552700"/>
            <a:ext cx="2152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9799"/>
          </a:bodyPr>
          <a:lstStyle xmlns:a="http://schemas.openxmlformats.org/drawingml/2006/main"/>
          <a:p xmlns:a="http://schemas.openxmlformats.org/drawingml/2006/main">
            <a:pPr algn="ctr">
              <a:lnSpc>
                <a:spcPct val="112000"/>
              </a:lnSpc>
              <a:buNone/>
              <a:defRPr sz="4350" b="1">
                <a:solidFill>
                  <a:srgbClr val="FFFFFF"/>
                </a:solidFill>
                <a:latin typeface="NanumSquare"/>
                <a:ea typeface="NanumSquare"/>
                <a:cs typeface="NanumSquare"/>
              </a:defRPr>
            </a:pPr>
            <a:r>
              <a:rPr sz="4350" b="1">
                <a:solidFill>
                  <a:srgbClr val="FFFFFF"/>
                </a:solidFill>
                <a:latin typeface="NanumSquare"/>
                <a:ea typeface="NanumSquare"/>
                <a:cs typeface="NanumSquare"/>
              </a:rPr>
              <a:t>80</a:t>
            </a:r>
          </a:p>
        </p:txBody>
      </p:sp>
      <p:sp>
        <p:nvSpPr>
          <p:cNvPr id="10" name="">
            <a:extLst xmlns:a="http://schemas.openxmlformats.org/drawingml/2006/main">
              <a:ext uri="{FF2B5EF4-FFF2-40B4-BE49-F238E27FC236}">
                <a16:creationId xmlns:a16="http://schemas.microsoft.com/office/drawing/2014/main" id="{4DDD162E-6F95-40E3-B5EA-F0754747E973}"/>
              </a:ext>
            </a:extLst>
          </p:cNvPr>
          <p:cNvSpPr>
            <a:spLocks xmlns:a="http://schemas.openxmlformats.org/drawingml/2006/main" noGrp="1"/>
          </p:cNvSpPr>
          <p:nvPr/>
        </p:nvSpPr>
        <p:spPr>
          <a:xfrm xmlns:a="http://schemas.openxmlformats.org/drawingml/2006/main">
            <a:off x="895350" y="3124200"/>
            <a:ext cx="2152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동일 평가 질문</a:t>
            </a:r>
          </a:p>
        </p:txBody>
      </p:sp>
      <p:sp>
        <p:nvSpPr>
          <p:cNvPr id="11" name="">
            <a:extLst xmlns:a="http://schemas.openxmlformats.org/drawingml/2006/main">
              <a:ext uri="{FF2B5EF4-FFF2-40B4-BE49-F238E27FC236}">
                <a16:creationId xmlns:a16="http://schemas.microsoft.com/office/drawing/2014/main" id="{67B055DB-0D5A-4150-A758-54AF067CCD9D}"/>
              </a:ext>
            </a:extLst>
          </p:cNvPr>
          <p:cNvSpPr>
            <a:spLocks xmlns:a="http://schemas.openxmlformats.org/drawingml/2006/main" noGrp="1"/>
          </p:cNvSpPr>
          <p:nvPr/>
        </p:nvSpPr>
        <p:spPr>
          <a:xfrm xmlns:a="http://schemas.openxmlformats.org/drawingml/2006/main">
            <a:off x="933450" y="3724275"/>
            <a:ext cx="114300" cy="1143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F133F12-C485-4D60-BB3D-A4DE157FBC9D}"/>
              </a:ext>
            </a:extLst>
          </p:cNvPr>
          <p:cNvSpPr>
            <a:spLocks xmlns:a="http://schemas.openxmlformats.org/drawingml/2006/main" noGrp="1"/>
          </p:cNvSpPr>
          <p:nvPr/>
        </p:nvSpPr>
        <p:spPr>
          <a:xfrm xmlns:a="http://schemas.openxmlformats.org/drawingml/2006/main">
            <a:off x="1162050" y="36385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Keyword RAG</a:t>
            </a:r>
          </a:p>
        </p:txBody>
      </p:sp>
      <p:sp>
        <p:nvSpPr>
          <p:cNvPr id="13" name="">
            <a:extLst xmlns:a="http://schemas.openxmlformats.org/drawingml/2006/main">
              <a:ext uri="{FF2B5EF4-FFF2-40B4-BE49-F238E27FC236}">
                <a16:creationId xmlns:a16="http://schemas.microsoft.com/office/drawing/2014/main" id="{23A8301D-FA32-4B00-A2F0-37932FF1453C}"/>
              </a:ext>
            </a:extLst>
          </p:cNvPr>
          <p:cNvSpPr>
            <a:spLocks xmlns:a="http://schemas.openxmlformats.org/drawingml/2006/main" noGrp="1"/>
          </p:cNvSpPr>
          <p:nvPr/>
        </p:nvSpPr>
        <p:spPr>
          <a:xfrm xmlns:a="http://schemas.openxmlformats.org/drawingml/2006/main">
            <a:off x="933450" y="4124325"/>
            <a:ext cx="114300" cy="1143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7DB373C1-939F-46A8-9A97-31CAF1820A1F}"/>
              </a:ext>
            </a:extLst>
          </p:cNvPr>
          <p:cNvSpPr>
            <a:spLocks xmlns:a="http://schemas.openxmlformats.org/drawingml/2006/main" noGrp="1"/>
          </p:cNvSpPr>
          <p:nvPr/>
        </p:nvSpPr>
        <p:spPr>
          <a:xfrm xmlns:a="http://schemas.openxmlformats.org/drawingml/2006/main">
            <a:off x="1162050" y="40386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Vector RAG</a:t>
            </a:r>
          </a:p>
        </p:txBody>
      </p:sp>
      <p:sp>
        <p:nvSpPr>
          <p:cNvPr id="15" name="">
            <a:extLst xmlns:a="http://schemas.openxmlformats.org/drawingml/2006/main">
              <a:ext uri="{FF2B5EF4-FFF2-40B4-BE49-F238E27FC236}">
                <a16:creationId xmlns:a16="http://schemas.microsoft.com/office/drawing/2014/main" id="{86FE1B60-EB6D-4A96-8F38-2A0A3C77F95C}"/>
              </a:ext>
            </a:extLst>
          </p:cNvPr>
          <p:cNvSpPr>
            <a:spLocks xmlns:a="http://schemas.openxmlformats.org/drawingml/2006/main" noGrp="1"/>
          </p:cNvSpPr>
          <p:nvPr/>
        </p:nvSpPr>
        <p:spPr>
          <a:xfrm xmlns:a="http://schemas.openxmlformats.org/drawingml/2006/main">
            <a:off x="933450" y="4524375"/>
            <a:ext cx="114300" cy="1143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43155515-E905-4231-86A7-70F27332230C}"/>
              </a:ext>
            </a:extLst>
          </p:cNvPr>
          <p:cNvSpPr>
            <a:spLocks xmlns:a="http://schemas.openxmlformats.org/drawingml/2006/main" noGrp="1"/>
          </p:cNvSpPr>
          <p:nvPr/>
        </p:nvSpPr>
        <p:spPr>
          <a:xfrm xmlns:a="http://schemas.openxmlformats.org/drawingml/2006/main">
            <a:off x="1162050" y="44386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Hybrid RAG</a:t>
            </a:r>
          </a:p>
        </p:txBody>
      </p:sp>
      <p:sp>
        <p:nvSpPr>
          <p:cNvPr id="17" name="">
            <a:extLst xmlns:a="http://schemas.openxmlformats.org/drawingml/2006/main">
              <a:ext uri="{FF2B5EF4-FFF2-40B4-BE49-F238E27FC236}">
                <a16:creationId xmlns:a16="http://schemas.microsoft.com/office/drawing/2014/main" id="{2770A805-EA2D-402F-936F-F0ADE8F58A4A}"/>
              </a:ext>
            </a:extLst>
          </p:cNvPr>
          <p:cNvSpPr>
            <a:spLocks xmlns:a="http://schemas.openxmlformats.org/drawingml/2006/main" noGrp="1"/>
          </p:cNvSpPr>
          <p:nvPr/>
        </p:nvSpPr>
        <p:spPr>
          <a:xfrm xmlns:a="http://schemas.openxmlformats.org/drawingml/2006/main">
            <a:off x="933450" y="4924425"/>
            <a:ext cx="114300" cy="1143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79E519F-19B6-4691-9AD9-FDB26593B285}"/>
              </a:ext>
            </a:extLst>
          </p:cNvPr>
          <p:cNvSpPr>
            <a:spLocks xmlns:a="http://schemas.openxmlformats.org/drawingml/2006/main" noGrp="1"/>
          </p:cNvSpPr>
          <p:nvPr/>
        </p:nvSpPr>
        <p:spPr>
          <a:xfrm xmlns:a="http://schemas.openxmlformats.org/drawingml/2006/main">
            <a:off x="1162050" y="483870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Ontology Search</a:t>
            </a:r>
          </a:p>
        </p:txBody>
      </p:sp>
      <p:sp>
        <p:nvSpPr>
          <p:cNvPr id="19" name="">
            <a:extLst xmlns:a="http://schemas.openxmlformats.org/drawingml/2006/main">
              <a:ext uri="{FF2B5EF4-FFF2-40B4-BE49-F238E27FC236}">
                <a16:creationId xmlns:a16="http://schemas.microsoft.com/office/drawing/2014/main" id="{8A60DE96-FDF1-4FE7-90B6-9CEE82B37377}"/>
              </a:ext>
            </a:extLst>
          </p:cNvPr>
          <p:cNvSpPr>
            <a:spLocks xmlns:a="http://schemas.openxmlformats.org/drawingml/2006/main" noGrp="1"/>
          </p:cNvSpPr>
          <p:nvPr/>
        </p:nvSpPr>
        <p:spPr>
          <a:xfrm xmlns:a="http://schemas.openxmlformats.org/drawingml/2006/main">
            <a:off x="3562350" y="1885950"/>
            <a:ext cx="2571750" cy="590550"/>
          </a:xfrm>
          <a:prstGeom xmlns:a="http://schemas.openxmlformats.org/drawingml/2006/main" prst="rect">
            <a:avLst/>
          </a:prstGeom>
          <a:solidFill xmlns:a="http://schemas.openxmlformats.org/drawingml/2006/main">
            <a:srgbClr val="EEEEE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889FDFDF-157C-486A-B2A9-9DCD37A31F51}"/>
              </a:ext>
            </a:extLst>
          </p:cNvPr>
          <p:cNvSpPr>
            <a:spLocks xmlns:a="http://schemas.openxmlformats.org/drawingml/2006/main" noGrp="1"/>
          </p:cNvSpPr>
          <p:nvPr/>
        </p:nvSpPr>
        <p:spPr>
          <a:xfrm xmlns:a="http://schemas.openxmlformats.org/drawingml/2006/main">
            <a:off x="3638550" y="1885950"/>
            <a:ext cx="24193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401600"/>
                </a:solidFill>
                <a:latin typeface="NanumSquare"/>
                <a:ea typeface="NanumSquare"/>
                <a:cs typeface="NanumSquare"/>
              </a:defRPr>
            </a:pPr>
            <a:r>
              <a:rPr sz="1125" b="1">
                <a:solidFill>
                  <a:srgbClr val="401600"/>
                </a:solidFill>
                <a:latin typeface="NanumSquare"/>
                <a:ea typeface="NanumSquare"/>
                <a:cs typeface="NanumSquare"/>
              </a:rPr>
              <a:t>방식</a:t>
            </a:r>
          </a:p>
        </p:txBody>
      </p:sp>
      <p:sp>
        <p:nvSpPr>
          <p:cNvPr id="21" name="">
            <a:extLst xmlns:a="http://schemas.openxmlformats.org/drawingml/2006/main">
              <a:ext uri="{FF2B5EF4-FFF2-40B4-BE49-F238E27FC236}">
                <a16:creationId xmlns:a16="http://schemas.microsoft.com/office/drawing/2014/main" id="{87BA18F4-D138-4C2F-B3B6-EEDA28B26002}"/>
              </a:ext>
            </a:extLst>
          </p:cNvPr>
          <p:cNvSpPr>
            <a:spLocks xmlns:a="http://schemas.openxmlformats.org/drawingml/2006/main" noGrp="1"/>
          </p:cNvSpPr>
          <p:nvPr/>
        </p:nvSpPr>
        <p:spPr>
          <a:xfrm xmlns:a="http://schemas.openxmlformats.org/drawingml/2006/main">
            <a:off x="6134100" y="1885950"/>
            <a:ext cx="1314450" cy="590550"/>
          </a:xfrm>
          <a:prstGeom xmlns:a="http://schemas.openxmlformats.org/drawingml/2006/main" prst="rect">
            <a:avLst/>
          </a:prstGeom>
          <a:solidFill xmlns:a="http://schemas.openxmlformats.org/drawingml/2006/main">
            <a:srgbClr val="FD9F2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79BCAF5-2A00-4D00-AE16-22CB58C1A988}"/>
              </a:ext>
            </a:extLst>
          </p:cNvPr>
          <p:cNvSpPr>
            <a:spLocks xmlns:a="http://schemas.openxmlformats.org/drawingml/2006/main" noGrp="1"/>
          </p:cNvSpPr>
          <p:nvPr/>
        </p:nvSpPr>
        <p:spPr>
          <a:xfrm xmlns:a="http://schemas.openxmlformats.org/drawingml/2006/main">
            <a:off x="6210300" y="1885950"/>
            <a:ext cx="116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Precision</a:t>
            </a:r>
          </a:p>
        </p:txBody>
      </p:sp>
      <p:sp>
        <p:nvSpPr>
          <p:cNvPr id="23" name="">
            <a:extLst xmlns:a="http://schemas.openxmlformats.org/drawingml/2006/main">
              <a:ext uri="{FF2B5EF4-FFF2-40B4-BE49-F238E27FC236}">
                <a16:creationId xmlns:a16="http://schemas.microsoft.com/office/drawing/2014/main" id="{65835DDD-204C-4EE6-B7F7-17ABE36083E2}"/>
              </a:ext>
            </a:extLst>
          </p:cNvPr>
          <p:cNvSpPr>
            <a:spLocks xmlns:a="http://schemas.openxmlformats.org/drawingml/2006/main" noGrp="1"/>
          </p:cNvSpPr>
          <p:nvPr/>
        </p:nvSpPr>
        <p:spPr>
          <a:xfrm xmlns:a="http://schemas.openxmlformats.org/drawingml/2006/main">
            <a:off x="7448550" y="1885950"/>
            <a:ext cx="1314450" cy="590550"/>
          </a:xfrm>
          <a:prstGeom xmlns:a="http://schemas.openxmlformats.org/drawingml/2006/main" prst="rect">
            <a:avLst/>
          </a:prstGeom>
          <a:solidFill xmlns:a="http://schemas.openxmlformats.org/drawingml/2006/main">
            <a:srgbClr val="FD9F28"/>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D2EF9AE5-3CE7-499F-9E38-A87FF98CF155}"/>
              </a:ext>
            </a:extLst>
          </p:cNvPr>
          <p:cNvSpPr>
            <a:spLocks xmlns:a="http://schemas.openxmlformats.org/drawingml/2006/main" noGrp="1"/>
          </p:cNvSpPr>
          <p:nvPr/>
        </p:nvSpPr>
        <p:spPr>
          <a:xfrm xmlns:a="http://schemas.openxmlformats.org/drawingml/2006/main">
            <a:off x="7524750" y="1885950"/>
            <a:ext cx="116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Recall</a:t>
            </a:r>
          </a:p>
        </p:txBody>
      </p:sp>
      <p:sp>
        <p:nvSpPr>
          <p:cNvPr id="25" name="">
            <a:extLst xmlns:a="http://schemas.openxmlformats.org/drawingml/2006/main">
              <a:ext uri="{FF2B5EF4-FFF2-40B4-BE49-F238E27FC236}">
                <a16:creationId xmlns:a16="http://schemas.microsoft.com/office/drawing/2014/main" id="{32315419-7F86-47D9-9381-B03AB4DE2AAB}"/>
              </a:ext>
            </a:extLst>
          </p:cNvPr>
          <p:cNvSpPr>
            <a:spLocks xmlns:a="http://schemas.openxmlformats.org/drawingml/2006/main" noGrp="1"/>
          </p:cNvSpPr>
          <p:nvPr/>
        </p:nvSpPr>
        <p:spPr>
          <a:xfrm xmlns:a="http://schemas.openxmlformats.org/drawingml/2006/main">
            <a:off x="8763000" y="1885950"/>
            <a:ext cx="1314450" cy="590550"/>
          </a:xfrm>
          <a:prstGeom xmlns:a="http://schemas.openxmlformats.org/drawingml/2006/main" prst="rect">
            <a:avLst/>
          </a:prstGeom>
          <a:solidFill xmlns:a="http://schemas.openxmlformats.org/drawingml/2006/main">
            <a:srgbClr val="FD9F28"/>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2B929E57-43F2-44F5-9118-7DD749765DE3}"/>
              </a:ext>
            </a:extLst>
          </p:cNvPr>
          <p:cNvSpPr>
            <a:spLocks xmlns:a="http://schemas.openxmlformats.org/drawingml/2006/main" noGrp="1"/>
          </p:cNvSpPr>
          <p:nvPr/>
        </p:nvSpPr>
        <p:spPr>
          <a:xfrm xmlns:a="http://schemas.openxmlformats.org/drawingml/2006/main">
            <a:off x="8839200" y="1885950"/>
            <a:ext cx="11620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Faithfulness</a:t>
            </a:r>
          </a:p>
        </p:txBody>
      </p:sp>
      <p:sp>
        <p:nvSpPr>
          <p:cNvPr id="27" name="">
            <a:extLst xmlns:a="http://schemas.openxmlformats.org/drawingml/2006/main">
              <a:ext uri="{FF2B5EF4-FFF2-40B4-BE49-F238E27FC236}">
                <a16:creationId xmlns:a16="http://schemas.microsoft.com/office/drawing/2014/main" id="{68BF8059-8A0B-446C-9196-3E988DC6734A}"/>
              </a:ext>
            </a:extLst>
          </p:cNvPr>
          <p:cNvSpPr>
            <a:spLocks xmlns:a="http://schemas.openxmlformats.org/drawingml/2006/main" noGrp="1"/>
          </p:cNvSpPr>
          <p:nvPr/>
        </p:nvSpPr>
        <p:spPr>
          <a:xfrm xmlns:a="http://schemas.openxmlformats.org/drawingml/2006/main">
            <a:off x="10077450" y="1885950"/>
            <a:ext cx="1524000" cy="590550"/>
          </a:xfrm>
          <a:prstGeom xmlns:a="http://schemas.openxmlformats.org/drawingml/2006/main" prst="rect">
            <a:avLst/>
          </a:prstGeom>
          <a:solidFill xmlns:a="http://schemas.openxmlformats.org/drawingml/2006/main">
            <a:srgbClr val="FD9F28"/>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22480E25-AFAC-4AA8-9763-87440D5C45BB}"/>
              </a:ext>
            </a:extLst>
          </p:cNvPr>
          <p:cNvSpPr>
            <a:spLocks xmlns:a="http://schemas.openxmlformats.org/drawingml/2006/main" noGrp="1"/>
          </p:cNvSpPr>
          <p:nvPr/>
        </p:nvSpPr>
        <p:spPr>
          <a:xfrm xmlns:a="http://schemas.openxmlformats.org/drawingml/2006/main">
            <a:off x="10153650" y="1885950"/>
            <a:ext cx="13716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Factual</a:t>
            </a:r>
          </a:p>
        </p:txBody>
      </p:sp>
      <p:sp>
        <p:nvSpPr>
          <p:cNvPr id="29" name="">
            <a:extLst xmlns:a="http://schemas.openxmlformats.org/drawingml/2006/main">
              <a:ext uri="{FF2B5EF4-FFF2-40B4-BE49-F238E27FC236}">
                <a16:creationId xmlns:a16="http://schemas.microsoft.com/office/drawing/2014/main" id="{AE763C29-F238-4F17-8BFF-295BCA4E5A43}"/>
              </a:ext>
            </a:extLst>
          </p:cNvPr>
          <p:cNvSpPr>
            <a:spLocks xmlns:a="http://schemas.openxmlformats.org/drawingml/2006/main" noGrp="1"/>
          </p:cNvSpPr>
          <p:nvPr/>
        </p:nvSpPr>
        <p:spPr>
          <a:xfrm xmlns:a="http://schemas.openxmlformats.org/drawingml/2006/main">
            <a:off x="3562350" y="2476500"/>
            <a:ext cx="2571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30" name="">
            <a:extLst xmlns:a="http://schemas.openxmlformats.org/drawingml/2006/main">
              <a:ext uri="{FF2B5EF4-FFF2-40B4-BE49-F238E27FC236}">
                <a16:creationId xmlns:a16="http://schemas.microsoft.com/office/drawing/2014/main" id="{DB82E64F-3953-49E5-8D36-3A0C9697EAD1}"/>
              </a:ext>
            </a:extLst>
          </p:cNvPr>
          <p:cNvSpPr>
            <a:spLocks xmlns:a="http://schemas.openxmlformats.org/drawingml/2006/main" noGrp="1"/>
          </p:cNvSpPr>
          <p:nvPr/>
        </p:nvSpPr>
        <p:spPr>
          <a:xfrm xmlns:a="http://schemas.openxmlformats.org/drawingml/2006/main">
            <a:off x="3657600" y="24765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Keyword RAG</a:t>
            </a:r>
          </a:p>
        </p:txBody>
      </p:sp>
      <p:sp>
        <p:nvSpPr>
          <p:cNvPr id="31" name="">
            <a:extLst xmlns:a="http://schemas.openxmlformats.org/drawingml/2006/main">
              <a:ext uri="{FF2B5EF4-FFF2-40B4-BE49-F238E27FC236}">
                <a16:creationId xmlns:a16="http://schemas.microsoft.com/office/drawing/2014/main" id="{902D36D1-5612-4644-97F2-DF3F20B4E8AD}"/>
              </a:ext>
            </a:extLst>
          </p:cNvPr>
          <p:cNvSpPr>
            <a:spLocks xmlns:a="http://schemas.openxmlformats.org/drawingml/2006/main" noGrp="1"/>
          </p:cNvSpPr>
          <p:nvPr/>
        </p:nvSpPr>
        <p:spPr>
          <a:xfrm xmlns:a="http://schemas.openxmlformats.org/drawingml/2006/main">
            <a:off x="6134100" y="24765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32" name="">
            <a:extLst xmlns:a="http://schemas.openxmlformats.org/drawingml/2006/main">
              <a:ext uri="{FF2B5EF4-FFF2-40B4-BE49-F238E27FC236}">
                <a16:creationId xmlns:a16="http://schemas.microsoft.com/office/drawing/2014/main" id="{954E2D00-7A56-4D68-942B-D6D9BD643DB7}"/>
              </a:ext>
            </a:extLst>
          </p:cNvPr>
          <p:cNvSpPr>
            <a:spLocks xmlns:a="http://schemas.openxmlformats.org/drawingml/2006/main" noGrp="1"/>
          </p:cNvSpPr>
          <p:nvPr/>
        </p:nvSpPr>
        <p:spPr>
          <a:xfrm xmlns:a="http://schemas.openxmlformats.org/drawingml/2006/main">
            <a:off x="6229350" y="24765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0.54</a:t>
            </a:r>
          </a:p>
        </p:txBody>
      </p:sp>
      <p:sp>
        <p:nvSpPr>
          <p:cNvPr id="33" name="">
            <a:extLst xmlns:a="http://schemas.openxmlformats.org/drawingml/2006/main">
              <a:ext uri="{FF2B5EF4-FFF2-40B4-BE49-F238E27FC236}">
                <a16:creationId xmlns:a16="http://schemas.microsoft.com/office/drawing/2014/main" id="{9A60BE3D-699F-40D1-BD46-903F05D169D9}"/>
              </a:ext>
            </a:extLst>
          </p:cNvPr>
          <p:cNvSpPr>
            <a:spLocks xmlns:a="http://schemas.openxmlformats.org/drawingml/2006/main" noGrp="1"/>
          </p:cNvSpPr>
          <p:nvPr/>
        </p:nvSpPr>
        <p:spPr>
          <a:xfrm xmlns:a="http://schemas.openxmlformats.org/drawingml/2006/main">
            <a:off x="7448550" y="24765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34" name="">
            <a:extLst xmlns:a="http://schemas.openxmlformats.org/drawingml/2006/main">
              <a:ext uri="{FF2B5EF4-FFF2-40B4-BE49-F238E27FC236}">
                <a16:creationId xmlns:a16="http://schemas.microsoft.com/office/drawing/2014/main" id="{A08F97E6-0A8F-4F92-BD40-5F700A759874}"/>
              </a:ext>
            </a:extLst>
          </p:cNvPr>
          <p:cNvSpPr>
            <a:spLocks xmlns:a="http://schemas.openxmlformats.org/drawingml/2006/main" noGrp="1"/>
          </p:cNvSpPr>
          <p:nvPr/>
        </p:nvSpPr>
        <p:spPr>
          <a:xfrm xmlns:a="http://schemas.openxmlformats.org/drawingml/2006/main">
            <a:off x="7543800" y="24765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0.63</a:t>
            </a:r>
          </a:p>
        </p:txBody>
      </p:sp>
      <p:sp>
        <p:nvSpPr>
          <p:cNvPr id="35" name="">
            <a:extLst xmlns:a="http://schemas.openxmlformats.org/drawingml/2006/main">
              <a:ext uri="{FF2B5EF4-FFF2-40B4-BE49-F238E27FC236}">
                <a16:creationId xmlns:a16="http://schemas.microsoft.com/office/drawing/2014/main" id="{26E11933-6336-4675-9A92-95A0DCC5BF28}"/>
              </a:ext>
            </a:extLst>
          </p:cNvPr>
          <p:cNvSpPr>
            <a:spLocks xmlns:a="http://schemas.openxmlformats.org/drawingml/2006/main" noGrp="1"/>
          </p:cNvSpPr>
          <p:nvPr/>
        </p:nvSpPr>
        <p:spPr>
          <a:xfrm xmlns:a="http://schemas.openxmlformats.org/drawingml/2006/main">
            <a:off x="8763000" y="24765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36" name="">
            <a:extLst xmlns:a="http://schemas.openxmlformats.org/drawingml/2006/main">
              <a:ext uri="{FF2B5EF4-FFF2-40B4-BE49-F238E27FC236}">
                <a16:creationId xmlns:a16="http://schemas.microsoft.com/office/drawing/2014/main" id="{24279188-9B9B-4722-8B22-A9AC1EBE9560}"/>
              </a:ext>
            </a:extLst>
          </p:cNvPr>
          <p:cNvSpPr>
            <a:spLocks xmlns:a="http://schemas.openxmlformats.org/drawingml/2006/main" noGrp="1"/>
          </p:cNvSpPr>
          <p:nvPr/>
        </p:nvSpPr>
        <p:spPr>
          <a:xfrm xmlns:a="http://schemas.openxmlformats.org/drawingml/2006/main">
            <a:off x="8858250" y="24765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0.66</a:t>
            </a:r>
          </a:p>
        </p:txBody>
      </p:sp>
      <p:sp>
        <p:nvSpPr>
          <p:cNvPr id="37" name="">
            <a:extLst xmlns:a="http://schemas.openxmlformats.org/drawingml/2006/main">
              <a:ext uri="{FF2B5EF4-FFF2-40B4-BE49-F238E27FC236}">
                <a16:creationId xmlns:a16="http://schemas.microsoft.com/office/drawing/2014/main" id="{0B3EC665-612B-47C1-B3BC-58493530EEBC}"/>
              </a:ext>
            </a:extLst>
          </p:cNvPr>
          <p:cNvSpPr>
            <a:spLocks xmlns:a="http://schemas.openxmlformats.org/drawingml/2006/main" noGrp="1"/>
          </p:cNvSpPr>
          <p:nvPr/>
        </p:nvSpPr>
        <p:spPr>
          <a:xfrm xmlns:a="http://schemas.openxmlformats.org/drawingml/2006/main">
            <a:off x="10077450" y="2476500"/>
            <a:ext cx="1524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38" name="">
            <a:extLst xmlns:a="http://schemas.openxmlformats.org/drawingml/2006/main">
              <a:ext uri="{FF2B5EF4-FFF2-40B4-BE49-F238E27FC236}">
                <a16:creationId xmlns:a16="http://schemas.microsoft.com/office/drawing/2014/main" id="{30DF57E5-0CE5-4484-AADC-67134C8AA3E8}"/>
              </a:ext>
            </a:extLst>
          </p:cNvPr>
          <p:cNvSpPr>
            <a:spLocks xmlns:a="http://schemas.openxmlformats.org/drawingml/2006/main" noGrp="1"/>
          </p:cNvSpPr>
          <p:nvPr/>
        </p:nvSpPr>
        <p:spPr>
          <a:xfrm xmlns:a="http://schemas.openxmlformats.org/drawingml/2006/main">
            <a:off x="10172700" y="247650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0.60</a:t>
            </a:r>
          </a:p>
        </p:txBody>
      </p:sp>
      <p:sp>
        <p:nvSpPr>
          <p:cNvPr id="39" name="">
            <a:extLst xmlns:a="http://schemas.openxmlformats.org/drawingml/2006/main">
              <a:ext uri="{FF2B5EF4-FFF2-40B4-BE49-F238E27FC236}">
                <a16:creationId xmlns:a16="http://schemas.microsoft.com/office/drawing/2014/main" id="{6A76BFB1-69CA-497D-9429-746CB96309D0}"/>
              </a:ext>
            </a:extLst>
          </p:cNvPr>
          <p:cNvSpPr>
            <a:spLocks xmlns:a="http://schemas.openxmlformats.org/drawingml/2006/main" noGrp="1"/>
          </p:cNvSpPr>
          <p:nvPr/>
        </p:nvSpPr>
        <p:spPr>
          <a:xfrm xmlns:a="http://schemas.openxmlformats.org/drawingml/2006/main">
            <a:off x="3562350" y="3143250"/>
            <a:ext cx="2571750" cy="666750"/>
          </a:xfrm>
          <a:prstGeom xmlns:a="http://schemas.openxmlformats.org/drawingml/2006/main" prst="rect">
            <a:avLst/>
          </a:prstGeom>
          <a:solidFill xmlns:a="http://schemas.openxmlformats.org/drawingml/2006/main">
            <a:srgbClr val="EEEEEE"/>
          </a:solidFill>
          <a:ln xmlns:a="http://schemas.openxmlformats.org/drawingml/2006/main" w="9525">
            <a:solidFill>
              <a:srgbClr val="EEEEEE"/>
            </a:solidFill>
            <a:prstDash val="solid"/>
          </a:ln>
        </p:spPr>
      </p:sp>
      <p:sp>
        <p:nvSpPr>
          <p:cNvPr id="40" name="">
            <a:extLst xmlns:a="http://schemas.openxmlformats.org/drawingml/2006/main">
              <a:ext uri="{FF2B5EF4-FFF2-40B4-BE49-F238E27FC236}">
                <a16:creationId xmlns:a16="http://schemas.microsoft.com/office/drawing/2014/main" id="{7C58E36D-BF92-4127-BB5C-C9CCAC68A828}"/>
              </a:ext>
            </a:extLst>
          </p:cNvPr>
          <p:cNvSpPr>
            <a:spLocks xmlns:a="http://schemas.openxmlformats.org/drawingml/2006/main" noGrp="1"/>
          </p:cNvSpPr>
          <p:nvPr/>
        </p:nvSpPr>
        <p:spPr>
          <a:xfrm xmlns:a="http://schemas.openxmlformats.org/drawingml/2006/main">
            <a:off x="3657600" y="31432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Vector RAG</a:t>
            </a:r>
          </a:p>
        </p:txBody>
      </p:sp>
      <p:sp>
        <p:nvSpPr>
          <p:cNvPr id="41" name="">
            <a:extLst xmlns:a="http://schemas.openxmlformats.org/drawingml/2006/main">
              <a:ext uri="{FF2B5EF4-FFF2-40B4-BE49-F238E27FC236}">
                <a16:creationId xmlns:a16="http://schemas.microsoft.com/office/drawing/2014/main" id="{1F07EA11-0CD0-4C01-8CE2-115B95B96B60}"/>
              </a:ext>
            </a:extLst>
          </p:cNvPr>
          <p:cNvSpPr>
            <a:spLocks xmlns:a="http://schemas.openxmlformats.org/drawingml/2006/main" noGrp="1"/>
          </p:cNvSpPr>
          <p:nvPr/>
        </p:nvSpPr>
        <p:spPr>
          <a:xfrm xmlns:a="http://schemas.openxmlformats.org/drawingml/2006/main">
            <a:off x="6134100" y="3143250"/>
            <a:ext cx="1314450" cy="666750"/>
          </a:xfrm>
          <a:prstGeom xmlns:a="http://schemas.openxmlformats.org/drawingml/2006/main" prst="rect">
            <a:avLst/>
          </a:prstGeom>
          <a:solidFill xmlns:a="http://schemas.openxmlformats.org/drawingml/2006/main">
            <a:srgbClr val="EEEEEE"/>
          </a:solidFill>
          <a:ln xmlns:a="http://schemas.openxmlformats.org/drawingml/2006/main" w="9525">
            <a:solidFill>
              <a:srgbClr val="EEEEEE"/>
            </a:solidFill>
            <a:prstDash val="solid"/>
          </a:ln>
        </p:spPr>
      </p:sp>
      <p:sp>
        <p:nvSpPr>
          <p:cNvPr id="42" name="">
            <a:extLst xmlns:a="http://schemas.openxmlformats.org/drawingml/2006/main">
              <a:ext uri="{FF2B5EF4-FFF2-40B4-BE49-F238E27FC236}">
                <a16:creationId xmlns:a16="http://schemas.microsoft.com/office/drawing/2014/main" id="{AEC871A4-C66A-4BE1-AC12-694A4999B296}"/>
              </a:ext>
            </a:extLst>
          </p:cNvPr>
          <p:cNvSpPr>
            <a:spLocks xmlns:a="http://schemas.openxmlformats.org/drawingml/2006/main" noGrp="1"/>
          </p:cNvSpPr>
          <p:nvPr/>
        </p:nvSpPr>
        <p:spPr>
          <a:xfrm xmlns:a="http://schemas.openxmlformats.org/drawingml/2006/main">
            <a:off x="6229350" y="31432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0.65</a:t>
            </a:r>
          </a:p>
        </p:txBody>
      </p:sp>
      <p:sp>
        <p:nvSpPr>
          <p:cNvPr id="43" name="">
            <a:extLst xmlns:a="http://schemas.openxmlformats.org/drawingml/2006/main">
              <a:ext uri="{FF2B5EF4-FFF2-40B4-BE49-F238E27FC236}">
                <a16:creationId xmlns:a16="http://schemas.microsoft.com/office/drawing/2014/main" id="{82E74920-0268-4181-A053-FBC3E60CA402}"/>
              </a:ext>
            </a:extLst>
          </p:cNvPr>
          <p:cNvSpPr>
            <a:spLocks xmlns:a="http://schemas.openxmlformats.org/drawingml/2006/main" noGrp="1"/>
          </p:cNvSpPr>
          <p:nvPr/>
        </p:nvSpPr>
        <p:spPr>
          <a:xfrm xmlns:a="http://schemas.openxmlformats.org/drawingml/2006/main">
            <a:off x="7448550" y="3143250"/>
            <a:ext cx="1314450" cy="666750"/>
          </a:xfrm>
          <a:prstGeom xmlns:a="http://schemas.openxmlformats.org/drawingml/2006/main" prst="rect">
            <a:avLst/>
          </a:prstGeom>
          <a:solidFill xmlns:a="http://schemas.openxmlformats.org/drawingml/2006/main">
            <a:srgbClr val="EEEEEE"/>
          </a:solidFill>
          <a:ln xmlns:a="http://schemas.openxmlformats.org/drawingml/2006/main" w="9525">
            <a:solidFill>
              <a:srgbClr val="EEEEEE"/>
            </a:solidFill>
            <a:prstDash val="solid"/>
          </a:ln>
        </p:spPr>
      </p:sp>
      <p:sp>
        <p:nvSpPr>
          <p:cNvPr id="44" name="">
            <a:extLst xmlns:a="http://schemas.openxmlformats.org/drawingml/2006/main">
              <a:ext uri="{FF2B5EF4-FFF2-40B4-BE49-F238E27FC236}">
                <a16:creationId xmlns:a16="http://schemas.microsoft.com/office/drawing/2014/main" id="{89EB6CC2-3841-4762-A42F-C34AD3BACD64}"/>
              </a:ext>
            </a:extLst>
          </p:cNvPr>
          <p:cNvSpPr>
            <a:spLocks xmlns:a="http://schemas.openxmlformats.org/drawingml/2006/main" noGrp="1"/>
          </p:cNvSpPr>
          <p:nvPr/>
        </p:nvSpPr>
        <p:spPr>
          <a:xfrm xmlns:a="http://schemas.openxmlformats.org/drawingml/2006/main">
            <a:off x="7543800" y="31432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0.74</a:t>
            </a:r>
          </a:p>
        </p:txBody>
      </p:sp>
      <p:sp>
        <p:nvSpPr>
          <p:cNvPr id="45" name="">
            <a:extLst xmlns:a="http://schemas.openxmlformats.org/drawingml/2006/main">
              <a:ext uri="{FF2B5EF4-FFF2-40B4-BE49-F238E27FC236}">
                <a16:creationId xmlns:a16="http://schemas.microsoft.com/office/drawing/2014/main" id="{92DFB415-6067-49E1-A240-3206E997FE50}"/>
              </a:ext>
            </a:extLst>
          </p:cNvPr>
          <p:cNvSpPr>
            <a:spLocks xmlns:a="http://schemas.openxmlformats.org/drawingml/2006/main" noGrp="1"/>
          </p:cNvSpPr>
          <p:nvPr/>
        </p:nvSpPr>
        <p:spPr>
          <a:xfrm xmlns:a="http://schemas.openxmlformats.org/drawingml/2006/main">
            <a:off x="8763000" y="3143250"/>
            <a:ext cx="1314450" cy="666750"/>
          </a:xfrm>
          <a:prstGeom xmlns:a="http://schemas.openxmlformats.org/drawingml/2006/main" prst="rect">
            <a:avLst/>
          </a:prstGeom>
          <a:solidFill xmlns:a="http://schemas.openxmlformats.org/drawingml/2006/main">
            <a:srgbClr val="EEEEEE"/>
          </a:solidFill>
          <a:ln xmlns:a="http://schemas.openxmlformats.org/drawingml/2006/main" w="9525">
            <a:solidFill>
              <a:srgbClr val="EEEEEE"/>
            </a:solidFill>
            <a:prstDash val="solid"/>
          </a:ln>
        </p:spPr>
      </p:sp>
      <p:sp>
        <p:nvSpPr>
          <p:cNvPr id="46" name="">
            <a:extLst xmlns:a="http://schemas.openxmlformats.org/drawingml/2006/main">
              <a:ext uri="{FF2B5EF4-FFF2-40B4-BE49-F238E27FC236}">
                <a16:creationId xmlns:a16="http://schemas.microsoft.com/office/drawing/2014/main" id="{EB6001C1-CA17-4ADD-A0AA-9D1C93A61E42}"/>
              </a:ext>
            </a:extLst>
          </p:cNvPr>
          <p:cNvSpPr>
            <a:spLocks xmlns:a="http://schemas.openxmlformats.org/drawingml/2006/main" noGrp="1"/>
          </p:cNvSpPr>
          <p:nvPr/>
        </p:nvSpPr>
        <p:spPr>
          <a:xfrm xmlns:a="http://schemas.openxmlformats.org/drawingml/2006/main">
            <a:off x="8858250" y="31432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0.71</a:t>
            </a:r>
          </a:p>
        </p:txBody>
      </p:sp>
      <p:sp>
        <p:nvSpPr>
          <p:cNvPr id="47" name="">
            <a:extLst xmlns:a="http://schemas.openxmlformats.org/drawingml/2006/main">
              <a:ext uri="{FF2B5EF4-FFF2-40B4-BE49-F238E27FC236}">
                <a16:creationId xmlns:a16="http://schemas.microsoft.com/office/drawing/2014/main" id="{0911E165-13CA-4469-8A95-08A0D992F867}"/>
              </a:ext>
            </a:extLst>
          </p:cNvPr>
          <p:cNvSpPr>
            <a:spLocks xmlns:a="http://schemas.openxmlformats.org/drawingml/2006/main" noGrp="1"/>
          </p:cNvSpPr>
          <p:nvPr/>
        </p:nvSpPr>
        <p:spPr>
          <a:xfrm xmlns:a="http://schemas.openxmlformats.org/drawingml/2006/main">
            <a:off x="10077450" y="3143250"/>
            <a:ext cx="1524000" cy="666750"/>
          </a:xfrm>
          <a:prstGeom xmlns:a="http://schemas.openxmlformats.org/drawingml/2006/main" prst="rect">
            <a:avLst/>
          </a:prstGeom>
          <a:solidFill xmlns:a="http://schemas.openxmlformats.org/drawingml/2006/main">
            <a:srgbClr val="EEEEEE"/>
          </a:solidFill>
          <a:ln xmlns:a="http://schemas.openxmlformats.org/drawingml/2006/main" w="9525">
            <a:solidFill>
              <a:srgbClr val="EEEEEE"/>
            </a:solidFill>
            <a:prstDash val="solid"/>
          </a:ln>
        </p:spPr>
      </p:sp>
      <p:sp>
        <p:nvSpPr>
          <p:cNvPr id="48" name="">
            <a:extLst xmlns:a="http://schemas.openxmlformats.org/drawingml/2006/main">
              <a:ext uri="{FF2B5EF4-FFF2-40B4-BE49-F238E27FC236}">
                <a16:creationId xmlns:a16="http://schemas.microsoft.com/office/drawing/2014/main" id="{0CEEB768-7255-4FEB-BF43-BA828A90D823}"/>
              </a:ext>
            </a:extLst>
          </p:cNvPr>
          <p:cNvSpPr>
            <a:spLocks xmlns:a="http://schemas.openxmlformats.org/drawingml/2006/main" noGrp="1"/>
          </p:cNvSpPr>
          <p:nvPr/>
        </p:nvSpPr>
        <p:spPr>
          <a:xfrm xmlns:a="http://schemas.openxmlformats.org/drawingml/2006/main">
            <a:off x="10172700" y="314325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0.67</a:t>
            </a:r>
          </a:p>
        </p:txBody>
      </p:sp>
      <p:sp>
        <p:nvSpPr>
          <p:cNvPr id="49" name="">
            <a:extLst xmlns:a="http://schemas.openxmlformats.org/drawingml/2006/main">
              <a:ext uri="{FF2B5EF4-FFF2-40B4-BE49-F238E27FC236}">
                <a16:creationId xmlns:a16="http://schemas.microsoft.com/office/drawing/2014/main" id="{695B5393-10D6-45BC-A806-890F6CD89037}"/>
              </a:ext>
            </a:extLst>
          </p:cNvPr>
          <p:cNvSpPr>
            <a:spLocks xmlns:a="http://schemas.openxmlformats.org/drawingml/2006/main" noGrp="1"/>
          </p:cNvSpPr>
          <p:nvPr/>
        </p:nvSpPr>
        <p:spPr>
          <a:xfrm xmlns:a="http://schemas.openxmlformats.org/drawingml/2006/main">
            <a:off x="3562350" y="3810000"/>
            <a:ext cx="25717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50" name="">
            <a:extLst xmlns:a="http://schemas.openxmlformats.org/drawingml/2006/main">
              <a:ext uri="{FF2B5EF4-FFF2-40B4-BE49-F238E27FC236}">
                <a16:creationId xmlns:a16="http://schemas.microsoft.com/office/drawing/2014/main" id="{749DD3FE-FD3E-4962-9480-0EF70E08215C}"/>
              </a:ext>
            </a:extLst>
          </p:cNvPr>
          <p:cNvSpPr>
            <a:spLocks xmlns:a="http://schemas.openxmlformats.org/drawingml/2006/main" noGrp="1"/>
          </p:cNvSpPr>
          <p:nvPr/>
        </p:nvSpPr>
        <p:spPr>
          <a:xfrm xmlns:a="http://schemas.openxmlformats.org/drawingml/2006/main">
            <a:off x="3657600" y="381000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Hybrid RAG</a:t>
            </a:r>
          </a:p>
        </p:txBody>
      </p:sp>
      <p:sp>
        <p:nvSpPr>
          <p:cNvPr id="51" name="">
            <a:extLst xmlns:a="http://schemas.openxmlformats.org/drawingml/2006/main">
              <a:ext uri="{FF2B5EF4-FFF2-40B4-BE49-F238E27FC236}">
                <a16:creationId xmlns:a16="http://schemas.microsoft.com/office/drawing/2014/main" id="{DF100CE6-2188-4317-A425-A698E807128A}"/>
              </a:ext>
            </a:extLst>
          </p:cNvPr>
          <p:cNvSpPr>
            <a:spLocks xmlns:a="http://schemas.openxmlformats.org/drawingml/2006/main" noGrp="1"/>
          </p:cNvSpPr>
          <p:nvPr/>
        </p:nvSpPr>
        <p:spPr>
          <a:xfrm xmlns:a="http://schemas.openxmlformats.org/drawingml/2006/main">
            <a:off x="6134100" y="38100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52" name="">
            <a:extLst xmlns:a="http://schemas.openxmlformats.org/drawingml/2006/main">
              <a:ext uri="{FF2B5EF4-FFF2-40B4-BE49-F238E27FC236}">
                <a16:creationId xmlns:a16="http://schemas.microsoft.com/office/drawing/2014/main" id="{B6DBC12E-E9F5-4A11-BCA5-9A4BF0E89E3D}"/>
              </a:ext>
            </a:extLst>
          </p:cNvPr>
          <p:cNvSpPr>
            <a:spLocks xmlns:a="http://schemas.openxmlformats.org/drawingml/2006/main" noGrp="1"/>
          </p:cNvSpPr>
          <p:nvPr/>
        </p:nvSpPr>
        <p:spPr>
          <a:xfrm xmlns:a="http://schemas.openxmlformats.org/drawingml/2006/main">
            <a:off x="6229350" y="38100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0.74</a:t>
            </a:r>
          </a:p>
        </p:txBody>
      </p:sp>
      <p:sp>
        <p:nvSpPr>
          <p:cNvPr id="53" name="">
            <a:extLst xmlns:a="http://schemas.openxmlformats.org/drawingml/2006/main">
              <a:ext uri="{FF2B5EF4-FFF2-40B4-BE49-F238E27FC236}">
                <a16:creationId xmlns:a16="http://schemas.microsoft.com/office/drawing/2014/main" id="{C37F0B1E-A95A-46F1-8E5E-783218AFE974}"/>
              </a:ext>
            </a:extLst>
          </p:cNvPr>
          <p:cNvSpPr>
            <a:spLocks xmlns:a="http://schemas.openxmlformats.org/drawingml/2006/main" noGrp="1"/>
          </p:cNvSpPr>
          <p:nvPr/>
        </p:nvSpPr>
        <p:spPr>
          <a:xfrm xmlns:a="http://schemas.openxmlformats.org/drawingml/2006/main">
            <a:off x="7448550" y="38100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54" name="">
            <a:extLst xmlns:a="http://schemas.openxmlformats.org/drawingml/2006/main">
              <a:ext uri="{FF2B5EF4-FFF2-40B4-BE49-F238E27FC236}">
                <a16:creationId xmlns:a16="http://schemas.microsoft.com/office/drawing/2014/main" id="{852040F3-0777-448D-AFE9-40704BA012F1}"/>
              </a:ext>
            </a:extLst>
          </p:cNvPr>
          <p:cNvSpPr>
            <a:spLocks xmlns:a="http://schemas.openxmlformats.org/drawingml/2006/main" noGrp="1"/>
          </p:cNvSpPr>
          <p:nvPr/>
        </p:nvSpPr>
        <p:spPr>
          <a:xfrm xmlns:a="http://schemas.openxmlformats.org/drawingml/2006/main">
            <a:off x="7543800" y="38100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D9F28"/>
                </a:solidFill>
                <a:latin typeface="NanumSquare"/>
                <a:ea typeface="NanumSquare"/>
                <a:cs typeface="NanumSquare"/>
              </a:defRPr>
            </a:pPr>
            <a:r>
              <a:rPr sz="1500" b="1">
                <a:solidFill>
                  <a:srgbClr val="FD9F28"/>
                </a:solidFill>
                <a:latin typeface="NanumSquare"/>
                <a:ea typeface="NanumSquare"/>
                <a:cs typeface="NanumSquare"/>
              </a:rPr>
              <a:t>0.84</a:t>
            </a:r>
          </a:p>
        </p:txBody>
      </p:sp>
      <p:sp>
        <p:nvSpPr>
          <p:cNvPr id="55" name="">
            <a:extLst xmlns:a="http://schemas.openxmlformats.org/drawingml/2006/main">
              <a:ext uri="{FF2B5EF4-FFF2-40B4-BE49-F238E27FC236}">
                <a16:creationId xmlns:a16="http://schemas.microsoft.com/office/drawing/2014/main" id="{26D92BCA-E737-40E5-A3A9-2FAEE412879E}"/>
              </a:ext>
            </a:extLst>
          </p:cNvPr>
          <p:cNvSpPr>
            <a:spLocks xmlns:a="http://schemas.openxmlformats.org/drawingml/2006/main" noGrp="1"/>
          </p:cNvSpPr>
          <p:nvPr/>
        </p:nvSpPr>
        <p:spPr>
          <a:xfrm xmlns:a="http://schemas.openxmlformats.org/drawingml/2006/main">
            <a:off x="8763000" y="381000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56" name="">
            <a:extLst xmlns:a="http://schemas.openxmlformats.org/drawingml/2006/main">
              <a:ext uri="{FF2B5EF4-FFF2-40B4-BE49-F238E27FC236}">
                <a16:creationId xmlns:a16="http://schemas.microsoft.com/office/drawing/2014/main" id="{E10BAD03-AFA4-4F59-B2D7-79D82DAF10E3}"/>
              </a:ext>
            </a:extLst>
          </p:cNvPr>
          <p:cNvSpPr>
            <a:spLocks xmlns:a="http://schemas.openxmlformats.org/drawingml/2006/main" noGrp="1"/>
          </p:cNvSpPr>
          <p:nvPr/>
        </p:nvSpPr>
        <p:spPr>
          <a:xfrm xmlns:a="http://schemas.openxmlformats.org/drawingml/2006/main">
            <a:off x="8858250" y="381000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0.79</a:t>
            </a:r>
          </a:p>
        </p:txBody>
      </p:sp>
      <p:sp>
        <p:nvSpPr>
          <p:cNvPr id="57" name="">
            <a:extLst xmlns:a="http://schemas.openxmlformats.org/drawingml/2006/main">
              <a:ext uri="{FF2B5EF4-FFF2-40B4-BE49-F238E27FC236}">
                <a16:creationId xmlns:a16="http://schemas.microsoft.com/office/drawing/2014/main" id="{1E9063F4-A308-4481-82F5-680E6729917D}"/>
              </a:ext>
            </a:extLst>
          </p:cNvPr>
          <p:cNvSpPr>
            <a:spLocks xmlns:a="http://schemas.openxmlformats.org/drawingml/2006/main" noGrp="1"/>
          </p:cNvSpPr>
          <p:nvPr/>
        </p:nvSpPr>
        <p:spPr>
          <a:xfrm xmlns:a="http://schemas.openxmlformats.org/drawingml/2006/main">
            <a:off x="10077450" y="3810000"/>
            <a:ext cx="1524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58" name="">
            <a:extLst xmlns:a="http://schemas.openxmlformats.org/drawingml/2006/main">
              <a:ext uri="{FF2B5EF4-FFF2-40B4-BE49-F238E27FC236}">
                <a16:creationId xmlns:a16="http://schemas.microsoft.com/office/drawing/2014/main" id="{5047FBCD-54CD-40E4-B91F-A5D2B9286876}"/>
              </a:ext>
            </a:extLst>
          </p:cNvPr>
          <p:cNvSpPr>
            <a:spLocks xmlns:a="http://schemas.openxmlformats.org/drawingml/2006/main" noGrp="1"/>
          </p:cNvSpPr>
          <p:nvPr/>
        </p:nvSpPr>
        <p:spPr>
          <a:xfrm xmlns:a="http://schemas.openxmlformats.org/drawingml/2006/main">
            <a:off x="10172700" y="381000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0.76</a:t>
            </a:r>
          </a:p>
        </p:txBody>
      </p:sp>
      <p:sp>
        <p:nvSpPr>
          <p:cNvPr id="59" name="">
            <a:extLst xmlns:a="http://schemas.openxmlformats.org/drawingml/2006/main">
              <a:ext uri="{FF2B5EF4-FFF2-40B4-BE49-F238E27FC236}">
                <a16:creationId xmlns:a16="http://schemas.microsoft.com/office/drawing/2014/main" id="{4D0E591B-2CCA-4580-8DE3-4C6F9B88F746}"/>
              </a:ext>
            </a:extLst>
          </p:cNvPr>
          <p:cNvSpPr>
            <a:spLocks xmlns:a="http://schemas.openxmlformats.org/drawingml/2006/main" noGrp="1"/>
          </p:cNvSpPr>
          <p:nvPr/>
        </p:nvSpPr>
        <p:spPr>
          <a:xfrm xmlns:a="http://schemas.openxmlformats.org/drawingml/2006/main">
            <a:off x="3562350" y="4476750"/>
            <a:ext cx="2571750" cy="666750"/>
          </a:xfrm>
          <a:prstGeom xmlns:a="http://schemas.openxmlformats.org/drawingml/2006/main" prst="rect">
            <a:avLst/>
          </a:prstGeom>
          <a:solidFill xmlns:a="http://schemas.openxmlformats.org/drawingml/2006/main">
            <a:srgbClr val="401600"/>
          </a:solidFill>
          <a:ln xmlns:a="http://schemas.openxmlformats.org/drawingml/2006/main" w="9525">
            <a:solidFill>
              <a:srgbClr val="EEEEEE"/>
            </a:solidFill>
            <a:prstDash val="solid"/>
          </a:ln>
        </p:spPr>
      </p:sp>
      <p:sp>
        <p:nvSpPr>
          <p:cNvPr id="60" name="">
            <a:extLst xmlns:a="http://schemas.openxmlformats.org/drawingml/2006/main">
              <a:ext uri="{FF2B5EF4-FFF2-40B4-BE49-F238E27FC236}">
                <a16:creationId xmlns:a16="http://schemas.microsoft.com/office/drawing/2014/main" id="{A080D7E2-711D-436D-BCD8-8A9BE16BCD2F}"/>
              </a:ext>
            </a:extLst>
          </p:cNvPr>
          <p:cNvSpPr>
            <a:spLocks xmlns:a="http://schemas.openxmlformats.org/drawingml/2006/main" noGrp="1"/>
          </p:cNvSpPr>
          <p:nvPr/>
        </p:nvSpPr>
        <p:spPr>
          <a:xfrm xmlns:a="http://schemas.openxmlformats.org/drawingml/2006/main">
            <a:off x="3657600" y="44767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온톨로지 기반 구조화 검색</a:t>
            </a:r>
          </a:p>
        </p:txBody>
      </p:sp>
      <p:sp>
        <p:nvSpPr>
          <p:cNvPr id="61" name="">
            <a:extLst xmlns:a="http://schemas.openxmlformats.org/drawingml/2006/main">
              <a:ext uri="{FF2B5EF4-FFF2-40B4-BE49-F238E27FC236}">
                <a16:creationId xmlns:a16="http://schemas.microsoft.com/office/drawing/2014/main" id="{C5EB55AB-E2C7-4300-9279-8D7D9F10E136}"/>
              </a:ext>
            </a:extLst>
          </p:cNvPr>
          <p:cNvSpPr>
            <a:spLocks xmlns:a="http://schemas.openxmlformats.org/drawingml/2006/main" noGrp="1"/>
          </p:cNvSpPr>
          <p:nvPr/>
        </p:nvSpPr>
        <p:spPr>
          <a:xfrm xmlns:a="http://schemas.openxmlformats.org/drawingml/2006/main">
            <a:off x="6134100" y="447675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62" name="">
            <a:extLst xmlns:a="http://schemas.openxmlformats.org/drawingml/2006/main">
              <a:ext uri="{FF2B5EF4-FFF2-40B4-BE49-F238E27FC236}">
                <a16:creationId xmlns:a16="http://schemas.microsoft.com/office/drawing/2014/main" id="{72421BD2-B95D-43DB-868A-055E5624DF21}"/>
              </a:ext>
            </a:extLst>
          </p:cNvPr>
          <p:cNvSpPr>
            <a:spLocks xmlns:a="http://schemas.openxmlformats.org/drawingml/2006/main" noGrp="1"/>
          </p:cNvSpPr>
          <p:nvPr/>
        </p:nvSpPr>
        <p:spPr>
          <a:xfrm xmlns:a="http://schemas.openxmlformats.org/drawingml/2006/main">
            <a:off x="6229350" y="44767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D9F28"/>
                </a:solidFill>
                <a:latin typeface="NanumSquare"/>
                <a:ea typeface="NanumSquare"/>
                <a:cs typeface="NanumSquare"/>
              </a:defRPr>
            </a:pPr>
            <a:r>
              <a:rPr sz="1500" b="1">
                <a:solidFill>
                  <a:srgbClr val="FD9F28"/>
                </a:solidFill>
                <a:latin typeface="NanumSquare"/>
                <a:ea typeface="NanumSquare"/>
                <a:cs typeface="NanumSquare"/>
              </a:rPr>
              <a:t>0.85</a:t>
            </a:r>
          </a:p>
        </p:txBody>
      </p:sp>
      <p:sp>
        <p:nvSpPr>
          <p:cNvPr id="63" name="">
            <a:extLst xmlns:a="http://schemas.openxmlformats.org/drawingml/2006/main">
              <a:ext uri="{FF2B5EF4-FFF2-40B4-BE49-F238E27FC236}">
                <a16:creationId xmlns:a16="http://schemas.microsoft.com/office/drawing/2014/main" id="{46689B46-366B-4318-A62B-1C15C297679A}"/>
              </a:ext>
            </a:extLst>
          </p:cNvPr>
          <p:cNvSpPr>
            <a:spLocks xmlns:a="http://schemas.openxmlformats.org/drawingml/2006/main" noGrp="1"/>
          </p:cNvSpPr>
          <p:nvPr/>
        </p:nvSpPr>
        <p:spPr>
          <a:xfrm xmlns:a="http://schemas.openxmlformats.org/drawingml/2006/main">
            <a:off x="7448550" y="447675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64" name="">
            <a:extLst xmlns:a="http://schemas.openxmlformats.org/drawingml/2006/main">
              <a:ext uri="{FF2B5EF4-FFF2-40B4-BE49-F238E27FC236}">
                <a16:creationId xmlns:a16="http://schemas.microsoft.com/office/drawing/2014/main" id="{1A5B7728-2F9F-4B67-B563-7F16101A2E05}"/>
              </a:ext>
            </a:extLst>
          </p:cNvPr>
          <p:cNvSpPr>
            <a:spLocks xmlns:a="http://schemas.openxmlformats.org/drawingml/2006/main" noGrp="1"/>
          </p:cNvSpPr>
          <p:nvPr/>
        </p:nvSpPr>
        <p:spPr>
          <a:xfrm xmlns:a="http://schemas.openxmlformats.org/drawingml/2006/main">
            <a:off x="7543800" y="44767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0">
                <a:solidFill>
                  <a:srgbClr val="401600"/>
                </a:solidFill>
                <a:latin typeface="NanumSquare"/>
                <a:ea typeface="NanumSquare"/>
                <a:cs typeface="NanumSquare"/>
              </a:defRPr>
            </a:pPr>
            <a:r>
              <a:rPr sz="1500" b="0">
                <a:solidFill>
                  <a:srgbClr val="401600"/>
                </a:solidFill>
                <a:latin typeface="NanumSquare"/>
                <a:ea typeface="NanumSquare"/>
                <a:cs typeface="NanumSquare"/>
              </a:rPr>
              <a:t>0.82</a:t>
            </a:r>
          </a:p>
        </p:txBody>
      </p:sp>
      <p:sp>
        <p:nvSpPr>
          <p:cNvPr id="65" name="">
            <a:extLst xmlns:a="http://schemas.openxmlformats.org/drawingml/2006/main">
              <a:ext uri="{FF2B5EF4-FFF2-40B4-BE49-F238E27FC236}">
                <a16:creationId xmlns:a16="http://schemas.microsoft.com/office/drawing/2014/main" id="{BEC86D92-1AF4-451E-BF83-4EB8A52F555B}"/>
              </a:ext>
            </a:extLst>
          </p:cNvPr>
          <p:cNvSpPr>
            <a:spLocks xmlns:a="http://schemas.openxmlformats.org/drawingml/2006/main" noGrp="1"/>
          </p:cNvSpPr>
          <p:nvPr/>
        </p:nvSpPr>
        <p:spPr>
          <a:xfrm xmlns:a="http://schemas.openxmlformats.org/drawingml/2006/main">
            <a:off x="8763000" y="4476750"/>
            <a:ext cx="13144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66" name="">
            <a:extLst xmlns:a="http://schemas.openxmlformats.org/drawingml/2006/main">
              <a:ext uri="{FF2B5EF4-FFF2-40B4-BE49-F238E27FC236}">
                <a16:creationId xmlns:a16="http://schemas.microsoft.com/office/drawing/2014/main" id="{417EB337-08B9-4BF8-A150-2AB2E66AF6A9}"/>
              </a:ext>
            </a:extLst>
          </p:cNvPr>
          <p:cNvSpPr>
            <a:spLocks xmlns:a="http://schemas.openxmlformats.org/drawingml/2006/main" noGrp="1"/>
          </p:cNvSpPr>
          <p:nvPr/>
        </p:nvSpPr>
        <p:spPr>
          <a:xfrm xmlns:a="http://schemas.openxmlformats.org/drawingml/2006/main">
            <a:off x="8858250" y="4476750"/>
            <a:ext cx="11239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D9F28"/>
                </a:solidFill>
                <a:latin typeface="NanumSquare"/>
                <a:ea typeface="NanumSquare"/>
                <a:cs typeface="NanumSquare"/>
              </a:defRPr>
            </a:pPr>
            <a:r>
              <a:rPr sz="1500" b="1">
                <a:solidFill>
                  <a:srgbClr val="FD9F28"/>
                </a:solidFill>
                <a:latin typeface="NanumSquare"/>
                <a:ea typeface="NanumSquare"/>
                <a:cs typeface="NanumSquare"/>
              </a:rPr>
              <a:t>0.88</a:t>
            </a:r>
          </a:p>
        </p:txBody>
      </p:sp>
      <p:sp>
        <p:nvSpPr>
          <p:cNvPr id="67" name="">
            <a:extLst xmlns:a="http://schemas.openxmlformats.org/drawingml/2006/main">
              <a:ext uri="{FF2B5EF4-FFF2-40B4-BE49-F238E27FC236}">
                <a16:creationId xmlns:a16="http://schemas.microsoft.com/office/drawing/2014/main" id="{B907FCE8-223B-441E-9E54-3661C414CCEB}"/>
              </a:ext>
            </a:extLst>
          </p:cNvPr>
          <p:cNvSpPr>
            <a:spLocks xmlns:a="http://schemas.openxmlformats.org/drawingml/2006/main" noGrp="1"/>
          </p:cNvSpPr>
          <p:nvPr/>
        </p:nvSpPr>
        <p:spPr>
          <a:xfrm xmlns:a="http://schemas.openxmlformats.org/drawingml/2006/main">
            <a:off x="10077450" y="4476750"/>
            <a:ext cx="152400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EEEEEE"/>
            </a:solidFill>
            <a:prstDash val="solid"/>
          </a:ln>
        </p:spPr>
      </p:sp>
      <p:sp>
        <p:nvSpPr>
          <p:cNvPr id="68" name="">
            <a:extLst xmlns:a="http://schemas.openxmlformats.org/drawingml/2006/main">
              <a:ext uri="{FF2B5EF4-FFF2-40B4-BE49-F238E27FC236}">
                <a16:creationId xmlns:a16="http://schemas.microsoft.com/office/drawing/2014/main" id="{6A03C680-9E1F-4634-836F-61EC606D8EC3}"/>
              </a:ext>
            </a:extLst>
          </p:cNvPr>
          <p:cNvSpPr>
            <a:spLocks xmlns:a="http://schemas.openxmlformats.org/drawingml/2006/main" noGrp="1"/>
          </p:cNvSpPr>
          <p:nvPr/>
        </p:nvSpPr>
        <p:spPr>
          <a:xfrm xmlns:a="http://schemas.openxmlformats.org/drawingml/2006/main">
            <a:off x="10172700" y="4476750"/>
            <a:ext cx="1333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D9F28"/>
                </a:solidFill>
                <a:latin typeface="NanumSquare"/>
                <a:ea typeface="NanumSquare"/>
                <a:cs typeface="NanumSquare"/>
              </a:defRPr>
            </a:pPr>
            <a:r>
              <a:rPr sz="1500" b="1">
                <a:solidFill>
                  <a:srgbClr val="FD9F28"/>
                </a:solidFill>
                <a:latin typeface="NanumSquare"/>
                <a:ea typeface="NanumSquare"/>
                <a:cs typeface="NanumSquare"/>
              </a:rPr>
              <a:t>0.84</a:t>
            </a:r>
          </a:p>
        </p:txBody>
      </p:sp>
      <p:sp>
        <p:nvSpPr>
          <p:cNvPr id="69" name="">
            <a:extLst xmlns:a="http://schemas.openxmlformats.org/drawingml/2006/main">
              <a:ext uri="{FF2B5EF4-FFF2-40B4-BE49-F238E27FC236}">
                <a16:creationId xmlns:a16="http://schemas.microsoft.com/office/drawing/2014/main" id="{06DF0172-C51C-486C-B51E-EEE0E3922EA2}"/>
              </a:ext>
            </a:extLst>
          </p:cNvPr>
          <p:cNvSpPr>
            <a:spLocks xmlns:a="http://schemas.openxmlformats.org/drawingml/2006/main" noGrp="1"/>
          </p:cNvSpPr>
          <p:nvPr/>
        </p:nvSpPr>
        <p:spPr>
          <a:xfrm xmlns:a="http://schemas.openxmlformats.org/drawingml/2006/main">
            <a:off x="3562350" y="5381625"/>
            <a:ext cx="7981950" cy="666750"/>
          </a:xfrm>
          <a:prstGeom xmlns:a="http://schemas.openxmlformats.org/drawingml/2006/main" prst="roundRect">
            <a:avLst>
              <a:gd name="adj" fmla="val 22857"/>
            </a:avLst>
          </a:prstGeom>
          <a:solidFill xmlns:a="http://schemas.openxmlformats.org/drawingml/2006/main">
            <a:srgbClr val="EEEEEE"/>
          </a:solidFill>
          <a:ln xmlns:a="http://schemas.openxmlformats.org/drawingml/2006/main" w="0">
            <a:noFill/>
            <a:prstDash val="solid"/>
          </a:ln>
        </p:spPr>
      </p:sp>
      <p:sp>
        <p:nvSpPr>
          <p:cNvPr id="70" name="">
            <a:extLst xmlns:a="http://schemas.openxmlformats.org/drawingml/2006/main">
              <a:ext uri="{FF2B5EF4-FFF2-40B4-BE49-F238E27FC236}">
                <a16:creationId xmlns:a16="http://schemas.microsoft.com/office/drawing/2014/main" id="{F121DBBB-6E65-4ACD-B781-BDA92E965FA8}"/>
              </a:ext>
            </a:extLst>
          </p:cNvPr>
          <p:cNvSpPr>
            <a:spLocks xmlns:a="http://schemas.openxmlformats.org/drawingml/2006/main" noGrp="1"/>
          </p:cNvSpPr>
          <p:nvPr/>
        </p:nvSpPr>
        <p:spPr>
          <a:xfrm xmlns:a="http://schemas.openxmlformats.org/drawingml/2006/main">
            <a:off x="3752850" y="5457825"/>
            <a:ext cx="7600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Precision · 검색 근거의 정확도    Recall · 필요한 근거의 누락 여부</a:t>
            </a:r>
          </a:p>
        </p:txBody>
      </p:sp>
      <p:sp>
        <p:nvSpPr>
          <p:cNvPr id="71" name="">
            <a:extLst xmlns:a="http://schemas.openxmlformats.org/drawingml/2006/main">
              <a:ext uri="{FF2B5EF4-FFF2-40B4-BE49-F238E27FC236}">
                <a16:creationId xmlns:a16="http://schemas.microsoft.com/office/drawing/2014/main" id="{B3CE04A0-201B-4A1A-AC3C-3898C6468694}"/>
              </a:ext>
            </a:extLst>
          </p:cNvPr>
          <p:cNvSpPr>
            <a:spLocks xmlns:a="http://schemas.openxmlformats.org/drawingml/2006/main" noGrp="1"/>
          </p:cNvSpPr>
          <p:nvPr/>
        </p:nvSpPr>
        <p:spPr>
          <a:xfrm xmlns:a="http://schemas.openxmlformats.org/drawingml/2006/main">
            <a:off x="3752850" y="5743575"/>
            <a:ext cx="7600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401600"/>
                </a:solidFill>
                <a:latin typeface="NanumSquare"/>
                <a:ea typeface="NanumSquare"/>
                <a:cs typeface="NanumSquare"/>
              </a:defRPr>
            </a:pPr>
            <a:r>
              <a:rPr sz="1050" b="1">
                <a:solidFill>
                  <a:srgbClr val="401600"/>
                </a:solidFill>
                <a:latin typeface="NanumSquare"/>
                <a:ea typeface="NanumSquare"/>
                <a:cs typeface="NanumSquare"/>
              </a:rPr>
              <a:t>Faithfulness · 근거 충실도    Factual · 사건·수치의 사실 일치도</a:t>
            </a:r>
          </a:p>
        </p:txBody>
      </p:sp>
      <p:sp>
        <p:nvSpPr>
          <p:cNvPr id="72" name="">
            <a:extLst xmlns:a="http://schemas.openxmlformats.org/drawingml/2006/main">
              <a:ext uri="{FF2B5EF4-FFF2-40B4-BE49-F238E27FC236}">
                <a16:creationId xmlns:a16="http://schemas.microsoft.com/office/drawing/2014/main" id="{37CE7C71-5F05-4531-A6DE-749AE61C7AA1}"/>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73" name="">
            <a:extLst xmlns:a="http://schemas.openxmlformats.org/drawingml/2006/main">
              <a:ext uri="{FF2B5EF4-FFF2-40B4-BE49-F238E27FC236}">
                <a16:creationId xmlns:a16="http://schemas.microsoft.com/office/drawing/2014/main" id="{F9B9624F-13CD-4552-A57B-96788B79C900}"/>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574404848"/>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7" name="">
            <a:extLst xmlns:a="http://schemas.openxmlformats.org/drawingml/2006/main">
              <a:ext uri="{FF2B5EF4-FFF2-40B4-BE49-F238E27FC236}">
                <a16:creationId xmlns:a16="http://schemas.microsoft.com/office/drawing/2014/main" id="{0684CA84-AA0C-4C2A-A4E5-FE440175C45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50700DA-E4F7-413C-9BA3-782DE29CCB38}"/>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3B23F5D3-FFEF-4413-AB7F-8200BA748663}"/>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05 · SIMILARITY</a:t>
            </a:r>
          </a:p>
        </p:txBody>
      </p:sp>
      <p:sp>
        <p:nvSpPr>
          <p:cNvPr id="4" name="">
            <a:extLst xmlns:a="http://schemas.openxmlformats.org/drawingml/2006/main">
              <a:ext uri="{FF2B5EF4-FFF2-40B4-BE49-F238E27FC236}">
                <a16:creationId xmlns:a16="http://schemas.microsoft.com/office/drawing/2014/main" id="{C297D626-A100-4B15-9D0F-FD5EA3593137}"/>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문장 유사도에 사건의 구조를 더했습니다</a:t>
            </a:r>
          </a:p>
        </p:txBody>
      </p:sp>
      <p:sp>
        <p:nvSpPr>
          <p:cNvPr id="5" name="">
            <a:extLst xmlns:a="http://schemas.openxmlformats.org/drawingml/2006/main">
              <a:ext uri="{FF2B5EF4-FFF2-40B4-BE49-F238E27FC236}">
                <a16:creationId xmlns:a16="http://schemas.microsoft.com/office/drawing/2014/main" id="{9635D121-462F-4695-8F95-0729EEF60671}"/>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15</a:t>
            </a:r>
          </a:p>
        </p:txBody>
      </p:sp>
      <p:sp>
        <p:nvSpPr>
          <p:cNvPr id="6" name="">
            <a:extLst xmlns:a="http://schemas.openxmlformats.org/drawingml/2006/main">
              <a:ext uri="{FF2B5EF4-FFF2-40B4-BE49-F238E27FC236}">
                <a16:creationId xmlns:a16="http://schemas.microsoft.com/office/drawing/2014/main" id="{3BE1433A-7010-4F9E-B95A-A829190DD10A}"/>
              </a:ext>
            </a:extLst>
          </p:cNvPr>
          <p:cNvSpPr>
            <a:spLocks xmlns:a="http://schemas.openxmlformats.org/drawingml/2006/main" noGrp="1"/>
          </p:cNvSpPr>
          <p:nvPr/>
        </p:nvSpPr>
        <p:spPr>
          <a:xfrm xmlns:a="http://schemas.openxmlformats.org/drawingml/2006/main">
            <a:off x="876300" y="1219200"/>
            <a:ext cx="9715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소재 유형 · 주체 · 행동 · 진행 단계가 함께 닮은 과거 Event를 찾습니다.</a:t>
            </a:r>
          </a:p>
        </p:txBody>
      </p:sp>
      <p:sp>
        <p:nvSpPr>
          <p:cNvPr id="7" name="">
            <a:extLst xmlns:a="http://schemas.openxmlformats.org/drawingml/2006/main">
              <a:ext uri="{FF2B5EF4-FFF2-40B4-BE49-F238E27FC236}">
                <a16:creationId xmlns:a16="http://schemas.microsoft.com/office/drawing/2014/main" id="{FAC485EA-4160-4F05-968E-F41D761C609B}"/>
              </a:ext>
            </a:extLst>
          </p:cNvPr>
          <p:cNvSpPr>
            <a:spLocks xmlns:a="http://schemas.openxmlformats.org/drawingml/2006/main" noGrp="1"/>
          </p:cNvSpPr>
          <p:nvPr/>
        </p:nvSpPr>
        <p:spPr>
          <a:xfrm xmlns:a="http://schemas.openxmlformats.org/drawingml/2006/main">
            <a:off x="647700" y="2095500"/>
            <a:ext cx="1809750" cy="1809750"/>
          </a:xfrm>
          <a:prstGeom xmlns:a="http://schemas.openxmlformats.org/drawingml/2006/main" prst="roundRect">
            <a:avLst>
              <a:gd name="adj" fmla="val 11579"/>
            </a:avLst>
          </a:prstGeom>
          <a:solidFill xmlns:a="http://schemas.openxmlformats.org/drawingml/2006/main">
            <a:srgbClr val="EEEEEE"/>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1147D8E2-66C3-417C-8296-2F73821F697B}"/>
              </a:ext>
            </a:extLst>
          </p:cNvPr>
          <p:cNvSpPr>
            <a:spLocks xmlns:a="http://schemas.openxmlformats.org/drawingml/2006/main" noGrp="1"/>
          </p:cNvSpPr>
          <p:nvPr/>
        </p:nvSpPr>
        <p:spPr>
          <a:xfrm xmlns:a="http://schemas.openxmlformats.org/drawingml/2006/main">
            <a:off x="819150" y="22860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01</a:t>
            </a:r>
          </a:p>
        </p:txBody>
      </p:sp>
      <p:sp>
        <p:nvSpPr>
          <p:cNvPr id="9" name="">
            <a:extLst xmlns:a="http://schemas.openxmlformats.org/drawingml/2006/main">
              <a:ext uri="{FF2B5EF4-FFF2-40B4-BE49-F238E27FC236}">
                <a16:creationId xmlns:a16="http://schemas.microsoft.com/office/drawing/2014/main" id="{2B115C93-983C-49FB-944E-7E176D41424C}"/>
              </a:ext>
            </a:extLst>
          </p:cNvPr>
          <p:cNvSpPr>
            <a:spLocks xmlns:a="http://schemas.openxmlformats.org/drawingml/2006/main" noGrp="1"/>
          </p:cNvSpPr>
          <p:nvPr/>
        </p:nvSpPr>
        <p:spPr>
          <a:xfrm xmlns:a="http://schemas.openxmlformats.org/drawingml/2006/main">
            <a:off x="819150" y="27241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오늘 Event</a:t>
            </a:r>
          </a:p>
        </p:txBody>
      </p:sp>
      <p:sp>
        <p:nvSpPr>
          <p:cNvPr id="10" name="">
            <a:extLst xmlns:a="http://schemas.openxmlformats.org/drawingml/2006/main">
              <a:ext uri="{FF2B5EF4-FFF2-40B4-BE49-F238E27FC236}">
                <a16:creationId xmlns:a16="http://schemas.microsoft.com/office/drawing/2014/main" id="{7AA5323C-3E98-4759-91C4-2C51DB856044}"/>
              </a:ext>
            </a:extLst>
          </p:cNvPr>
          <p:cNvSpPr>
            <a:spLocks xmlns:a="http://schemas.openxmlformats.org/drawingml/2006/main" noGrp="1"/>
          </p:cNvSpPr>
          <p:nvPr/>
        </p:nvSpPr>
        <p:spPr>
          <a:xfrm xmlns:a="http://schemas.openxmlformats.org/drawingml/2006/main">
            <a:off x="838200" y="3238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5217"/>
          </a:bodyPr>
          <a:lstStyle xmlns:a="http://schemas.openxmlformats.org/drawingml/2006/main"/>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정책</a:t>
            </a:r>
          </a:p>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정부</a:t>
            </a:r>
          </a:p>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기대</a:t>
            </a:r>
          </a:p>
        </p:txBody>
      </p:sp>
      <p:sp>
        <p:nvSpPr>
          <p:cNvPr id="11" name="">
            <a:extLst xmlns:a="http://schemas.openxmlformats.org/drawingml/2006/main">
              <a:ext uri="{FF2B5EF4-FFF2-40B4-BE49-F238E27FC236}">
                <a16:creationId xmlns:a16="http://schemas.microsoft.com/office/drawing/2014/main" id="{C431E353-A246-46AB-BBEE-1289C48E15F0}"/>
              </a:ext>
            </a:extLst>
          </p:cNvPr>
          <p:cNvSpPr>
            <a:spLocks xmlns:a="http://schemas.openxmlformats.org/drawingml/2006/main" noGrp="1"/>
          </p:cNvSpPr>
          <p:nvPr/>
        </p:nvSpPr>
        <p:spPr>
          <a:xfrm xmlns:a="http://schemas.openxmlformats.org/drawingml/2006/main">
            <a:off x="2514600" y="2847975"/>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2" name="">
            <a:extLst xmlns:a="http://schemas.openxmlformats.org/drawingml/2006/main">
              <a:ext uri="{FF2B5EF4-FFF2-40B4-BE49-F238E27FC236}">
                <a16:creationId xmlns:a16="http://schemas.microsoft.com/office/drawing/2014/main" id="{0941958F-8F44-434B-846E-1825E86B56CC}"/>
              </a:ext>
            </a:extLst>
          </p:cNvPr>
          <p:cNvSpPr>
            <a:spLocks xmlns:a="http://schemas.openxmlformats.org/drawingml/2006/main" noGrp="1"/>
          </p:cNvSpPr>
          <p:nvPr/>
        </p:nvSpPr>
        <p:spPr>
          <a:xfrm xmlns:a="http://schemas.openxmlformats.org/drawingml/2006/main">
            <a:off x="2971800" y="2095500"/>
            <a:ext cx="1809750" cy="1809750"/>
          </a:xfrm>
          <a:prstGeom xmlns:a="http://schemas.openxmlformats.org/drawingml/2006/main" prst="roundRect">
            <a:avLst>
              <a:gd name="adj" fmla="val 11579"/>
            </a:avLst>
          </a:prstGeom>
          <a:solidFill xmlns:a="http://schemas.openxmlformats.org/drawingml/2006/main">
            <a:srgbClr val="EEEEE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1C02B387-2FEA-48A2-8C78-366B0F8C3E2E}"/>
              </a:ext>
            </a:extLst>
          </p:cNvPr>
          <p:cNvSpPr>
            <a:spLocks xmlns:a="http://schemas.openxmlformats.org/drawingml/2006/main" noGrp="1"/>
          </p:cNvSpPr>
          <p:nvPr/>
        </p:nvSpPr>
        <p:spPr>
          <a:xfrm xmlns:a="http://schemas.openxmlformats.org/drawingml/2006/main">
            <a:off x="3143250" y="22860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02</a:t>
            </a:r>
          </a:p>
        </p:txBody>
      </p:sp>
      <p:sp>
        <p:nvSpPr>
          <p:cNvPr id="14" name="">
            <a:extLst xmlns:a="http://schemas.openxmlformats.org/drawingml/2006/main">
              <a:ext uri="{FF2B5EF4-FFF2-40B4-BE49-F238E27FC236}">
                <a16:creationId xmlns:a16="http://schemas.microsoft.com/office/drawing/2014/main" id="{28F65B57-E078-406F-8399-0794C05EA2A0}"/>
              </a:ext>
            </a:extLst>
          </p:cNvPr>
          <p:cNvSpPr>
            <a:spLocks xmlns:a="http://schemas.openxmlformats.org/drawingml/2006/main" noGrp="1"/>
          </p:cNvSpPr>
          <p:nvPr/>
        </p:nvSpPr>
        <p:spPr>
          <a:xfrm xmlns:a="http://schemas.openxmlformats.org/drawingml/2006/main">
            <a:off x="3143250" y="27241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과거 후보</a:t>
            </a:r>
          </a:p>
        </p:txBody>
      </p:sp>
      <p:sp>
        <p:nvSpPr>
          <p:cNvPr id="15" name="">
            <a:extLst xmlns:a="http://schemas.openxmlformats.org/drawingml/2006/main">
              <a:ext uri="{FF2B5EF4-FFF2-40B4-BE49-F238E27FC236}">
                <a16:creationId xmlns:a16="http://schemas.microsoft.com/office/drawing/2014/main" id="{D0C67A23-276E-4212-9207-864196BD389A}"/>
              </a:ext>
            </a:extLst>
          </p:cNvPr>
          <p:cNvSpPr>
            <a:spLocks xmlns:a="http://schemas.openxmlformats.org/drawingml/2006/main" noGrp="1"/>
          </p:cNvSpPr>
          <p:nvPr/>
        </p:nvSpPr>
        <p:spPr>
          <a:xfrm xmlns:a="http://schemas.openxmlformats.org/drawingml/2006/main">
            <a:off x="3162300" y="3238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현재 이전</a:t>
            </a:r>
          </a:p>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사건만</a:t>
            </a:r>
          </a:p>
        </p:txBody>
      </p:sp>
      <p:sp>
        <p:nvSpPr>
          <p:cNvPr id="16" name="">
            <a:extLst xmlns:a="http://schemas.openxmlformats.org/drawingml/2006/main">
              <a:ext uri="{FF2B5EF4-FFF2-40B4-BE49-F238E27FC236}">
                <a16:creationId xmlns:a16="http://schemas.microsoft.com/office/drawing/2014/main" id="{3E038538-51FB-4071-BA36-2886D70F5372}"/>
              </a:ext>
            </a:extLst>
          </p:cNvPr>
          <p:cNvSpPr>
            <a:spLocks xmlns:a="http://schemas.openxmlformats.org/drawingml/2006/main" noGrp="1"/>
          </p:cNvSpPr>
          <p:nvPr/>
        </p:nvSpPr>
        <p:spPr>
          <a:xfrm xmlns:a="http://schemas.openxmlformats.org/drawingml/2006/main">
            <a:off x="4838700" y="2847975"/>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17" name="">
            <a:extLst xmlns:a="http://schemas.openxmlformats.org/drawingml/2006/main">
              <a:ext uri="{FF2B5EF4-FFF2-40B4-BE49-F238E27FC236}">
                <a16:creationId xmlns:a16="http://schemas.microsoft.com/office/drawing/2014/main" id="{99523FF5-F011-4C1A-8670-8E526385573C}"/>
              </a:ext>
            </a:extLst>
          </p:cNvPr>
          <p:cNvSpPr>
            <a:spLocks xmlns:a="http://schemas.openxmlformats.org/drawingml/2006/main" noGrp="1"/>
          </p:cNvSpPr>
          <p:nvPr/>
        </p:nvSpPr>
        <p:spPr>
          <a:xfrm xmlns:a="http://schemas.openxmlformats.org/drawingml/2006/main">
            <a:off x="5295900" y="2095500"/>
            <a:ext cx="1809750" cy="1809750"/>
          </a:xfrm>
          <a:prstGeom xmlns:a="http://schemas.openxmlformats.org/drawingml/2006/main" prst="roundRect">
            <a:avLst>
              <a:gd name="adj" fmla="val 11579"/>
            </a:avLst>
          </a:prstGeom>
          <a:solidFill xmlns:a="http://schemas.openxmlformats.org/drawingml/2006/main">
            <a:srgbClr val="FD9F28"/>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B2F9F972-D2FA-4CDB-B895-FA7385D30ADB}"/>
              </a:ext>
            </a:extLst>
          </p:cNvPr>
          <p:cNvSpPr>
            <a:spLocks xmlns:a="http://schemas.openxmlformats.org/drawingml/2006/main" noGrp="1"/>
          </p:cNvSpPr>
          <p:nvPr/>
        </p:nvSpPr>
        <p:spPr>
          <a:xfrm xmlns:a="http://schemas.openxmlformats.org/drawingml/2006/main">
            <a:off x="5467350" y="22860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03</a:t>
            </a:r>
          </a:p>
        </p:txBody>
      </p:sp>
      <p:sp>
        <p:nvSpPr>
          <p:cNvPr id="19" name="">
            <a:extLst xmlns:a="http://schemas.openxmlformats.org/drawingml/2006/main">
              <a:ext uri="{FF2B5EF4-FFF2-40B4-BE49-F238E27FC236}">
                <a16:creationId xmlns:a16="http://schemas.microsoft.com/office/drawing/2014/main" id="{66D48015-058A-44A3-88BA-14007B930AF5}"/>
              </a:ext>
            </a:extLst>
          </p:cNvPr>
          <p:cNvSpPr>
            <a:spLocks xmlns:a="http://schemas.openxmlformats.org/drawingml/2006/main" noGrp="1"/>
          </p:cNvSpPr>
          <p:nvPr/>
        </p:nvSpPr>
        <p:spPr>
          <a:xfrm xmlns:a="http://schemas.openxmlformats.org/drawingml/2006/main">
            <a:off x="5467350" y="27241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FFFFF"/>
                </a:solidFill>
                <a:latin typeface="NanumSquare"/>
                <a:ea typeface="NanumSquare"/>
                <a:cs typeface="NanumSquare"/>
              </a:defRPr>
            </a:pPr>
            <a:r>
              <a:rPr sz="1500" b="1">
                <a:solidFill>
                  <a:srgbClr val="FFFFFF"/>
                </a:solidFill>
                <a:latin typeface="NanumSquare"/>
                <a:ea typeface="NanumSquare"/>
                <a:cs typeface="NanumSquare"/>
              </a:rPr>
              <a:t>복합 유사도</a:t>
            </a:r>
          </a:p>
        </p:txBody>
      </p:sp>
      <p:sp>
        <p:nvSpPr>
          <p:cNvPr id="20" name="">
            <a:extLst xmlns:a="http://schemas.openxmlformats.org/drawingml/2006/main">
              <a:ext uri="{FF2B5EF4-FFF2-40B4-BE49-F238E27FC236}">
                <a16:creationId xmlns:a16="http://schemas.microsoft.com/office/drawing/2014/main" id="{0C32A551-97C8-43FB-8ADD-DE5D45D81018}"/>
              </a:ext>
            </a:extLst>
          </p:cNvPr>
          <p:cNvSpPr>
            <a:spLocks xmlns:a="http://schemas.openxmlformats.org/drawingml/2006/main" noGrp="1"/>
          </p:cNvSpPr>
          <p:nvPr/>
        </p:nvSpPr>
        <p:spPr>
          <a:xfrm xmlns:a="http://schemas.openxmlformats.org/drawingml/2006/main">
            <a:off x="5486400" y="3238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lnSpc>
                <a:spcPct val="153333"/>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텍스트</a:t>
            </a:r>
          </a:p>
          <a:p xmlns:a="http://schemas.openxmlformats.org/drawingml/2006/main">
            <a:pPr algn="ctr">
              <a:lnSpc>
                <a:spcPct val="153333"/>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 관계</a:t>
            </a:r>
          </a:p>
        </p:txBody>
      </p:sp>
      <p:sp>
        <p:nvSpPr>
          <p:cNvPr id="21" name="">
            <a:extLst xmlns:a="http://schemas.openxmlformats.org/drawingml/2006/main">
              <a:ext uri="{FF2B5EF4-FFF2-40B4-BE49-F238E27FC236}">
                <a16:creationId xmlns:a16="http://schemas.microsoft.com/office/drawing/2014/main" id="{B26AA2C0-CE61-4A2F-A3C2-4FBFF0175BA2}"/>
              </a:ext>
            </a:extLst>
          </p:cNvPr>
          <p:cNvSpPr>
            <a:spLocks xmlns:a="http://schemas.openxmlformats.org/drawingml/2006/main" noGrp="1"/>
          </p:cNvSpPr>
          <p:nvPr/>
        </p:nvSpPr>
        <p:spPr>
          <a:xfrm xmlns:a="http://schemas.openxmlformats.org/drawingml/2006/main">
            <a:off x="7162800" y="2847975"/>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22" name="">
            <a:extLst xmlns:a="http://schemas.openxmlformats.org/drawingml/2006/main">
              <a:ext uri="{FF2B5EF4-FFF2-40B4-BE49-F238E27FC236}">
                <a16:creationId xmlns:a16="http://schemas.microsoft.com/office/drawing/2014/main" id="{68B8C91B-A419-40A2-8DB6-8C96527D30BC}"/>
              </a:ext>
            </a:extLst>
          </p:cNvPr>
          <p:cNvSpPr>
            <a:spLocks xmlns:a="http://schemas.openxmlformats.org/drawingml/2006/main" noGrp="1"/>
          </p:cNvSpPr>
          <p:nvPr/>
        </p:nvSpPr>
        <p:spPr>
          <a:xfrm xmlns:a="http://schemas.openxmlformats.org/drawingml/2006/main">
            <a:off x="7620000" y="2095500"/>
            <a:ext cx="1809750" cy="1809750"/>
          </a:xfrm>
          <a:prstGeom xmlns:a="http://schemas.openxmlformats.org/drawingml/2006/main" prst="roundRect">
            <a:avLst>
              <a:gd name="adj" fmla="val 11579"/>
            </a:avLst>
          </a:prstGeom>
          <a:solidFill xmlns:a="http://schemas.openxmlformats.org/drawingml/2006/main">
            <a:srgbClr val="EEEEEE"/>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E0068F29-4877-455F-B137-08575006FB97}"/>
              </a:ext>
            </a:extLst>
          </p:cNvPr>
          <p:cNvSpPr>
            <a:spLocks xmlns:a="http://schemas.openxmlformats.org/drawingml/2006/main" noGrp="1"/>
          </p:cNvSpPr>
          <p:nvPr/>
        </p:nvSpPr>
        <p:spPr>
          <a:xfrm xmlns:a="http://schemas.openxmlformats.org/drawingml/2006/main">
            <a:off x="7791450" y="22860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D9F28"/>
                </a:solidFill>
                <a:latin typeface="NanumSquare"/>
                <a:ea typeface="NanumSquare"/>
                <a:cs typeface="NanumSquare"/>
              </a:defRPr>
            </a:pPr>
            <a:r>
              <a:rPr sz="1200" b="1">
                <a:solidFill>
                  <a:srgbClr val="FD9F28"/>
                </a:solidFill>
                <a:latin typeface="NanumSquare"/>
                <a:ea typeface="NanumSquare"/>
                <a:cs typeface="NanumSquare"/>
              </a:rPr>
              <a:t>04</a:t>
            </a:r>
          </a:p>
        </p:txBody>
      </p:sp>
      <p:sp>
        <p:nvSpPr>
          <p:cNvPr id="24" name="">
            <a:extLst xmlns:a="http://schemas.openxmlformats.org/drawingml/2006/main">
              <a:ext uri="{FF2B5EF4-FFF2-40B4-BE49-F238E27FC236}">
                <a16:creationId xmlns:a16="http://schemas.microsoft.com/office/drawing/2014/main" id="{02A8C3D4-5AC0-42E6-9980-0708A4B7BF25}"/>
              </a:ext>
            </a:extLst>
          </p:cNvPr>
          <p:cNvSpPr>
            <a:spLocks xmlns:a="http://schemas.openxmlformats.org/drawingml/2006/main" noGrp="1"/>
          </p:cNvSpPr>
          <p:nvPr/>
        </p:nvSpPr>
        <p:spPr>
          <a:xfrm xmlns:a="http://schemas.openxmlformats.org/drawingml/2006/main">
            <a:off x="7791450" y="27241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중복 제거</a:t>
            </a:r>
          </a:p>
        </p:txBody>
      </p:sp>
      <p:sp>
        <p:nvSpPr>
          <p:cNvPr id="25" name="">
            <a:extLst xmlns:a="http://schemas.openxmlformats.org/drawingml/2006/main">
              <a:ext uri="{FF2B5EF4-FFF2-40B4-BE49-F238E27FC236}">
                <a16:creationId xmlns:a16="http://schemas.microsoft.com/office/drawing/2014/main" id="{C3EB7D3F-D580-44A7-8E50-215EEA71E1BB}"/>
              </a:ext>
            </a:extLst>
          </p:cNvPr>
          <p:cNvSpPr>
            <a:spLocks xmlns:a="http://schemas.openxmlformats.org/drawingml/2006/main" noGrp="1"/>
          </p:cNvSpPr>
          <p:nvPr/>
        </p:nvSpPr>
        <p:spPr>
          <a:xfrm xmlns:a="http://schemas.openxmlformats.org/drawingml/2006/main">
            <a:off x="7810500" y="3238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7826"/>
          </a:bodyPr>
          <a:lstStyle xmlns:a="http://schemas.openxmlformats.org/drawingml/2006/main"/>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동일 사건</a:t>
            </a:r>
          </a:p>
          <a:p xmlns:a="http://schemas.openxmlformats.org/drawingml/2006/main">
            <a:pPr algn="ctr">
              <a:lnSpc>
                <a:spcPct val="153333"/>
              </a:lnSpc>
              <a:buNone/>
              <a:defRPr sz="1125" b="0">
                <a:solidFill>
                  <a:srgbClr val="401600"/>
                </a:solidFill>
                <a:latin typeface="NanumSquare"/>
                <a:ea typeface="NanumSquare"/>
                <a:cs typeface="NanumSquare"/>
              </a:defRPr>
            </a:pPr>
            <a:r>
              <a:rPr sz="1125" b="0">
                <a:solidFill>
                  <a:srgbClr val="401600"/>
                </a:solidFill>
                <a:latin typeface="NanumSquare"/>
                <a:ea typeface="NanumSquare"/>
                <a:cs typeface="NanumSquare"/>
              </a:rPr>
              <a:t>1회 집계</a:t>
            </a:r>
          </a:p>
        </p:txBody>
      </p:sp>
      <p:sp>
        <p:nvSpPr>
          <p:cNvPr id="26" name="">
            <a:extLst xmlns:a="http://schemas.openxmlformats.org/drawingml/2006/main">
              <a:ext uri="{FF2B5EF4-FFF2-40B4-BE49-F238E27FC236}">
                <a16:creationId xmlns:a16="http://schemas.microsoft.com/office/drawing/2014/main" id="{1E92D3BB-4720-4A9F-A086-784DD375CF23}"/>
              </a:ext>
            </a:extLst>
          </p:cNvPr>
          <p:cNvSpPr>
            <a:spLocks xmlns:a="http://schemas.openxmlformats.org/drawingml/2006/main" noGrp="1"/>
          </p:cNvSpPr>
          <p:nvPr/>
        </p:nvSpPr>
        <p:spPr>
          <a:xfrm xmlns:a="http://schemas.openxmlformats.org/drawingml/2006/main">
            <a:off x="9486900" y="2847975"/>
            <a:ext cx="361950" cy="304800"/>
          </a:xfrm>
          <a:prstGeom xmlns:a="http://schemas.openxmlformats.org/drawingml/2006/main" prst="rightArrow">
            <a:avLst/>
          </a:prstGeom>
          <a:solidFill xmlns:a="http://schemas.openxmlformats.org/drawingml/2006/main">
            <a:srgbClr val="401600"/>
          </a:solidFill>
          <a:ln xmlns:a="http://schemas.openxmlformats.org/drawingml/2006/main" w="0">
            <a:solidFill>
              <a:srgbClr val="401600"/>
            </a:solidFill>
            <a:prstDash val="solid"/>
          </a:ln>
        </p:spPr>
      </p:sp>
      <p:sp>
        <p:nvSpPr>
          <p:cNvPr id="27" name="">
            <a:extLst xmlns:a="http://schemas.openxmlformats.org/drawingml/2006/main">
              <a:ext uri="{FF2B5EF4-FFF2-40B4-BE49-F238E27FC236}">
                <a16:creationId xmlns:a16="http://schemas.microsoft.com/office/drawing/2014/main" id="{4E9E7CF3-C0EB-4B53-B6A9-B426068E1FAB}"/>
              </a:ext>
            </a:extLst>
          </p:cNvPr>
          <p:cNvSpPr>
            <a:spLocks xmlns:a="http://schemas.openxmlformats.org/drawingml/2006/main" noGrp="1"/>
          </p:cNvSpPr>
          <p:nvPr/>
        </p:nvSpPr>
        <p:spPr>
          <a:xfrm xmlns:a="http://schemas.openxmlformats.org/drawingml/2006/main">
            <a:off x="9944100" y="2095500"/>
            <a:ext cx="1809750" cy="1809750"/>
          </a:xfrm>
          <a:prstGeom xmlns:a="http://schemas.openxmlformats.org/drawingml/2006/main" prst="roundRect">
            <a:avLst>
              <a:gd name="adj" fmla="val 11579"/>
            </a:avLst>
          </a:prstGeom>
          <a:solidFill xmlns:a="http://schemas.openxmlformats.org/drawingml/2006/main">
            <a:srgbClr val="401600"/>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B80D6E1-5788-4083-BDEC-CEBB1A37D067}"/>
              </a:ext>
            </a:extLst>
          </p:cNvPr>
          <p:cNvSpPr>
            <a:spLocks xmlns:a="http://schemas.openxmlformats.org/drawingml/2006/main" noGrp="1"/>
          </p:cNvSpPr>
          <p:nvPr/>
        </p:nvSpPr>
        <p:spPr>
          <a:xfrm xmlns:a="http://schemas.openxmlformats.org/drawingml/2006/main">
            <a:off x="10115550" y="2286000"/>
            <a:ext cx="1466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FFFFFF"/>
                </a:solidFill>
                <a:latin typeface="NanumSquare"/>
                <a:ea typeface="NanumSquare"/>
                <a:cs typeface="NanumSquare"/>
              </a:defRPr>
            </a:pPr>
            <a:r>
              <a:rPr sz="1200" b="1">
                <a:solidFill>
                  <a:srgbClr val="FFFFFF"/>
                </a:solidFill>
                <a:latin typeface="NanumSquare"/>
                <a:ea typeface="NanumSquare"/>
                <a:cs typeface="NanumSquare"/>
              </a:rPr>
              <a:t>05</a:t>
            </a:r>
          </a:p>
        </p:txBody>
      </p:sp>
      <p:sp>
        <p:nvSpPr>
          <p:cNvPr id="29" name="">
            <a:extLst xmlns:a="http://schemas.openxmlformats.org/drawingml/2006/main">
              <a:ext uri="{FF2B5EF4-FFF2-40B4-BE49-F238E27FC236}">
                <a16:creationId xmlns:a16="http://schemas.microsoft.com/office/drawing/2014/main" id="{E8AC87F5-25D3-4FA4-B28A-044616BEA7AB}"/>
              </a:ext>
            </a:extLst>
          </p:cNvPr>
          <p:cNvSpPr>
            <a:spLocks xmlns:a="http://schemas.openxmlformats.org/drawingml/2006/main" noGrp="1"/>
          </p:cNvSpPr>
          <p:nvPr/>
        </p:nvSpPr>
        <p:spPr>
          <a:xfrm xmlns:a="http://schemas.openxmlformats.org/drawingml/2006/main">
            <a:off x="10115550" y="2724150"/>
            <a:ext cx="1466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FFFFF"/>
                </a:solidFill>
                <a:latin typeface="NanumSquare"/>
                <a:ea typeface="NanumSquare"/>
                <a:cs typeface="NanumSquare"/>
              </a:defRPr>
            </a:pPr>
            <a:r>
              <a:rPr sz="1500" b="1">
                <a:solidFill>
                  <a:srgbClr val="FFFFFF"/>
                </a:solidFill>
                <a:latin typeface="NanumSquare"/>
                <a:ea typeface="NanumSquare"/>
                <a:cs typeface="NanumSquare"/>
              </a:rPr>
              <a:t>결과 연결</a:t>
            </a:r>
          </a:p>
        </p:txBody>
      </p:sp>
      <p:sp>
        <p:nvSpPr>
          <p:cNvPr id="30" name="">
            <a:extLst xmlns:a="http://schemas.openxmlformats.org/drawingml/2006/main">
              <a:ext uri="{FF2B5EF4-FFF2-40B4-BE49-F238E27FC236}">
                <a16:creationId xmlns:a16="http://schemas.microsoft.com/office/drawing/2014/main" id="{254E912C-A83B-4323-B8F9-5709577115F4}"/>
              </a:ext>
            </a:extLst>
          </p:cNvPr>
          <p:cNvSpPr>
            <a:spLocks xmlns:a="http://schemas.openxmlformats.org/drawingml/2006/main" noGrp="1"/>
          </p:cNvSpPr>
          <p:nvPr/>
        </p:nvSpPr>
        <p:spPr>
          <a:xfrm xmlns:a="http://schemas.openxmlformats.org/drawingml/2006/main">
            <a:off x="10134600" y="3238500"/>
            <a:ext cx="1428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65217"/>
          </a:bodyPr>
          <a:lstStyle xmlns:a="http://schemas.openxmlformats.org/drawingml/2006/main"/>
          <a:p xmlns:a="http://schemas.openxmlformats.org/drawingml/2006/main">
            <a:pPr algn="ctr">
              <a:lnSpc>
                <a:spcPct val="153333"/>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T+1</a:t>
            </a:r>
          </a:p>
          <a:p xmlns:a="http://schemas.openxmlformats.org/drawingml/2006/main">
            <a:pPr algn="ctr">
              <a:lnSpc>
                <a:spcPct val="153333"/>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T+5</a:t>
            </a:r>
          </a:p>
          <a:p xmlns:a="http://schemas.openxmlformats.org/drawingml/2006/main">
            <a:pPr algn="ctr">
              <a:lnSpc>
                <a:spcPct val="153333"/>
              </a:lnSpc>
              <a:buNone/>
              <a:defRPr sz="1125" b="0">
                <a:solidFill>
                  <a:srgbClr val="FFFFFF"/>
                </a:solidFill>
                <a:latin typeface="NanumSquare"/>
                <a:ea typeface="NanumSquare"/>
                <a:cs typeface="NanumSquare"/>
              </a:defRPr>
            </a:pPr>
            <a:r>
              <a:rPr sz="1125" b="0">
                <a:solidFill>
                  <a:srgbClr val="FFFFFF"/>
                </a:solidFill>
                <a:latin typeface="NanumSquare"/>
                <a:ea typeface="NanumSquare"/>
                <a:cs typeface="NanumSquare"/>
              </a:rPr>
              <a:t>T+20</a:t>
            </a:r>
          </a:p>
        </p:txBody>
      </p:sp>
      <p:sp>
        <p:nvSpPr>
          <p:cNvPr id="31" name="">
            <a:extLst xmlns:a="http://schemas.openxmlformats.org/drawingml/2006/main">
              <a:ext uri="{FF2B5EF4-FFF2-40B4-BE49-F238E27FC236}">
                <a16:creationId xmlns:a16="http://schemas.microsoft.com/office/drawing/2014/main" id="{F1311860-DD3E-4036-95CD-4027289CC8C6}"/>
              </a:ext>
            </a:extLst>
          </p:cNvPr>
          <p:cNvSpPr>
            <a:spLocks xmlns:a="http://schemas.openxmlformats.org/drawingml/2006/main" noGrp="1"/>
          </p:cNvSpPr>
          <p:nvPr/>
        </p:nvSpPr>
        <p:spPr>
          <a:xfrm xmlns:a="http://schemas.openxmlformats.org/drawingml/2006/main">
            <a:off x="838200" y="4400550"/>
            <a:ext cx="10515600" cy="1200150"/>
          </a:xfrm>
          <a:prstGeom xmlns:a="http://schemas.openxmlformats.org/drawingml/2006/main" prst="roundRect">
            <a:avLst>
              <a:gd name="adj" fmla="val 17460"/>
            </a:avLst>
          </a:prstGeom>
          <a:solidFill xmlns:a="http://schemas.openxmlformats.org/drawingml/2006/main">
            <a:srgbClr val="FFFFFF"/>
          </a:solidFill>
          <a:ln xmlns:a="http://schemas.openxmlformats.org/drawingml/2006/main" w="28575">
            <a:solidFill>
              <a:srgbClr val="FD9F28"/>
            </a:solidFill>
            <a:prstDash val="solid"/>
          </a:ln>
        </p:spPr>
      </p:sp>
      <p:sp>
        <p:nvSpPr>
          <p:cNvPr id="32" name="">
            <a:extLst xmlns:a="http://schemas.openxmlformats.org/drawingml/2006/main">
              <a:ext uri="{FF2B5EF4-FFF2-40B4-BE49-F238E27FC236}">
                <a16:creationId xmlns:a16="http://schemas.microsoft.com/office/drawing/2014/main" id="{5BFE6AA2-F260-4E0D-9BB1-09852AA47818}"/>
              </a:ext>
            </a:extLst>
          </p:cNvPr>
          <p:cNvSpPr>
            <a:spLocks xmlns:a="http://schemas.openxmlformats.org/drawingml/2006/main" noGrp="1"/>
          </p:cNvSpPr>
          <p:nvPr/>
        </p:nvSpPr>
        <p:spPr>
          <a:xfrm xmlns:a="http://schemas.openxmlformats.org/drawingml/2006/main">
            <a:off x="1104900" y="45720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표현은 달라도</a:t>
            </a:r>
          </a:p>
        </p:txBody>
      </p:sp>
      <p:sp>
        <p:nvSpPr>
          <p:cNvPr id="33" name="">
            <a:extLst xmlns:a="http://schemas.openxmlformats.org/drawingml/2006/main">
              <a:ext uri="{FF2B5EF4-FFF2-40B4-BE49-F238E27FC236}">
                <a16:creationId xmlns:a16="http://schemas.microsoft.com/office/drawing/2014/main" id="{28D96590-3682-4964-B159-DC431DC29C96}"/>
              </a:ext>
            </a:extLst>
          </p:cNvPr>
          <p:cNvSpPr>
            <a:spLocks xmlns:a="http://schemas.openxmlformats.org/drawingml/2006/main" noGrp="1"/>
          </p:cNvSpPr>
          <p:nvPr/>
        </p:nvSpPr>
        <p:spPr>
          <a:xfrm xmlns:a="http://schemas.openxmlformats.org/drawingml/2006/main">
            <a:off x="1104900" y="4914900"/>
            <a:ext cx="314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94533"/>
          </a:bodyPr>
          <a:lstStyle xmlns:a="http://schemas.openxmlformats.org/drawingml/2006/main"/>
          <a:p xmlns:a="http://schemas.openxmlformats.org/drawingml/2006/main">
            <a:pPr algn="l">
              <a:lnSpc>
                <a:spcPct val="112000"/>
              </a:lnSpc>
              <a:buNone/>
              <a:defRPr sz="1725" b="1">
                <a:solidFill>
                  <a:srgbClr val="FD9F28"/>
                </a:solidFill>
                <a:latin typeface="NanumSquare"/>
                <a:ea typeface="NanumSquare"/>
                <a:cs typeface="NanumSquare"/>
              </a:defRPr>
            </a:pPr>
            <a:r>
              <a:rPr sz="1725" b="1">
                <a:solidFill>
                  <a:srgbClr val="FD9F28"/>
                </a:solidFill>
                <a:latin typeface="NanumSquare"/>
                <a:ea typeface="NanumSquare"/>
                <a:cs typeface="NanumSquare"/>
              </a:rPr>
              <a:t>실제 사건 구조가 같으면 찾습니다.</a:t>
            </a:r>
          </a:p>
        </p:txBody>
      </p:sp>
      <p:sp>
        <p:nvSpPr>
          <p:cNvPr id="34" name="">
            <a:extLst xmlns:a="http://schemas.openxmlformats.org/drawingml/2006/main">
              <a:ext uri="{FF2B5EF4-FFF2-40B4-BE49-F238E27FC236}">
                <a16:creationId xmlns:a16="http://schemas.microsoft.com/office/drawing/2014/main" id="{9E90F397-E702-4600-872D-5B2373D6BE41}"/>
              </a:ext>
            </a:extLst>
          </p:cNvPr>
          <p:cNvSpPr>
            <a:spLocks xmlns:a="http://schemas.openxmlformats.org/drawingml/2006/main" noGrp="1"/>
          </p:cNvSpPr>
          <p:nvPr/>
        </p:nvSpPr>
        <p:spPr>
          <a:xfrm xmlns:a="http://schemas.openxmlformats.org/drawingml/2006/main" flipH="0" flipV="0">
            <a:off x="4552950" y="4610100"/>
            <a:ext cx="0" cy="762000"/>
          </a:xfrm>
          <a:prstGeom xmlns:a="http://schemas.openxmlformats.org/drawingml/2006/main" prst="line">
            <a:avLst/>
          </a:prstGeom>
          <a:noFill xmlns:a="http://schemas.openxmlformats.org/drawingml/2006/main"/>
          <a:ln xmlns:a="http://schemas.openxmlformats.org/drawingml/2006/main" w="28575">
            <a:solidFill>
              <a:srgbClr val="EEEEEE"/>
            </a:solidFill>
            <a:prstDash val="solid"/>
          </a:ln>
        </p:spPr>
      </p:sp>
      <p:sp>
        <p:nvSpPr>
          <p:cNvPr id="35" name="">
            <a:extLst xmlns:a="http://schemas.openxmlformats.org/drawingml/2006/main">
              <a:ext uri="{FF2B5EF4-FFF2-40B4-BE49-F238E27FC236}">
                <a16:creationId xmlns:a16="http://schemas.microsoft.com/office/drawing/2014/main" id="{35DE447F-0579-41DF-9669-AC60A297C86A}"/>
              </a:ext>
            </a:extLst>
          </p:cNvPr>
          <p:cNvSpPr>
            <a:spLocks xmlns:a="http://schemas.openxmlformats.org/drawingml/2006/main" noGrp="1"/>
          </p:cNvSpPr>
          <p:nvPr/>
        </p:nvSpPr>
        <p:spPr>
          <a:xfrm xmlns:a="http://schemas.openxmlformats.org/drawingml/2006/main">
            <a:off x="4953000" y="4667250"/>
            <a:ext cx="1371600" cy="400050"/>
          </a:xfrm>
          <a:prstGeom xmlns:a="http://schemas.openxmlformats.org/drawingml/2006/main" prst="roundRect">
            <a:avLst>
              <a:gd name="adj" fmla="val 50000"/>
            </a:avLst>
          </a:prstGeom>
          <a:solidFill xmlns:a="http://schemas.openxmlformats.org/drawingml/2006/main">
            <a:srgbClr val="401600"/>
          </a:solidFill>
          <a:ln xmlns:a="http://schemas.openxmlformats.org/drawingml/2006/main" w="0">
            <a:noFill/>
            <a:prstDash val="solid"/>
          </a:ln>
        </p:spPr>
      </p:sp>
      <p:sp>
        <p:nvSpPr>
          <p:cNvPr id="36" name="">
            <a:extLst xmlns:a="http://schemas.openxmlformats.org/drawingml/2006/main">
              <a:ext uri="{FF2B5EF4-FFF2-40B4-BE49-F238E27FC236}">
                <a16:creationId xmlns:a16="http://schemas.microsoft.com/office/drawing/2014/main" id="{78C88517-6F95-4590-944F-6C8D24B5A58E}"/>
              </a:ext>
            </a:extLst>
          </p:cNvPr>
          <p:cNvSpPr>
            <a:spLocks xmlns:a="http://schemas.openxmlformats.org/drawingml/2006/main" noGrp="1"/>
          </p:cNvSpPr>
          <p:nvPr/>
        </p:nvSpPr>
        <p:spPr>
          <a:xfrm xmlns:a="http://schemas.openxmlformats.org/drawingml/2006/main">
            <a:off x="5048250" y="4667250"/>
            <a:ext cx="11811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소재 유형</a:t>
            </a:r>
          </a:p>
        </p:txBody>
      </p:sp>
      <p:sp>
        <p:nvSpPr>
          <p:cNvPr id="37" name="">
            <a:extLst xmlns:a="http://schemas.openxmlformats.org/drawingml/2006/main">
              <a:ext uri="{FF2B5EF4-FFF2-40B4-BE49-F238E27FC236}">
                <a16:creationId xmlns:a16="http://schemas.microsoft.com/office/drawing/2014/main" id="{24448F0A-C84B-495A-B1D8-52286F4A8FEA}"/>
              </a:ext>
            </a:extLst>
          </p:cNvPr>
          <p:cNvSpPr>
            <a:spLocks xmlns:a="http://schemas.openxmlformats.org/drawingml/2006/main" noGrp="1"/>
          </p:cNvSpPr>
          <p:nvPr/>
        </p:nvSpPr>
        <p:spPr>
          <a:xfrm xmlns:a="http://schemas.openxmlformats.org/drawingml/2006/main">
            <a:off x="6419850" y="4667250"/>
            <a:ext cx="120015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C7CFDD78-BCD7-4B2C-B2D3-4851D89BB9D9}"/>
              </a:ext>
            </a:extLst>
          </p:cNvPr>
          <p:cNvSpPr>
            <a:spLocks xmlns:a="http://schemas.openxmlformats.org/drawingml/2006/main" noGrp="1"/>
          </p:cNvSpPr>
          <p:nvPr/>
        </p:nvSpPr>
        <p:spPr>
          <a:xfrm xmlns:a="http://schemas.openxmlformats.org/drawingml/2006/main">
            <a:off x="6515100" y="4667250"/>
            <a:ext cx="10096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사건 주체</a:t>
            </a:r>
          </a:p>
        </p:txBody>
      </p:sp>
      <p:sp>
        <p:nvSpPr>
          <p:cNvPr id="39" name="">
            <a:extLst xmlns:a="http://schemas.openxmlformats.org/drawingml/2006/main">
              <a:ext uri="{FF2B5EF4-FFF2-40B4-BE49-F238E27FC236}">
                <a16:creationId xmlns:a16="http://schemas.microsoft.com/office/drawing/2014/main" id="{45EBC7C4-3D81-43BC-B406-F59C4DBDC40C}"/>
              </a:ext>
            </a:extLst>
          </p:cNvPr>
          <p:cNvSpPr>
            <a:spLocks xmlns:a="http://schemas.openxmlformats.org/drawingml/2006/main" noGrp="1"/>
          </p:cNvSpPr>
          <p:nvPr/>
        </p:nvSpPr>
        <p:spPr>
          <a:xfrm xmlns:a="http://schemas.openxmlformats.org/drawingml/2006/main">
            <a:off x="7715250" y="4667250"/>
            <a:ext cx="1066800" cy="400050"/>
          </a:xfrm>
          <a:prstGeom xmlns:a="http://schemas.openxmlformats.org/drawingml/2006/main" prst="roundRect">
            <a:avLst>
              <a:gd name="adj" fmla="val 50000"/>
            </a:avLst>
          </a:prstGeom>
          <a:solidFill xmlns:a="http://schemas.openxmlformats.org/drawingml/2006/main">
            <a:srgbClr val="401600"/>
          </a:solidFill>
          <a:ln xmlns:a="http://schemas.openxmlformats.org/drawingml/2006/main" w="0">
            <a:noFill/>
            <a:prstDash val="solid"/>
          </a:ln>
        </p:spPr>
      </p:sp>
      <p:sp>
        <p:nvSpPr>
          <p:cNvPr id="40" name="">
            <a:extLst xmlns:a="http://schemas.openxmlformats.org/drawingml/2006/main">
              <a:ext uri="{FF2B5EF4-FFF2-40B4-BE49-F238E27FC236}">
                <a16:creationId xmlns:a16="http://schemas.microsoft.com/office/drawing/2014/main" id="{AFDD28B4-5284-408F-A035-D58DD7D3A810}"/>
              </a:ext>
            </a:extLst>
          </p:cNvPr>
          <p:cNvSpPr>
            <a:spLocks xmlns:a="http://schemas.openxmlformats.org/drawingml/2006/main" noGrp="1"/>
          </p:cNvSpPr>
          <p:nvPr/>
        </p:nvSpPr>
        <p:spPr>
          <a:xfrm xmlns:a="http://schemas.openxmlformats.org/drawingml/2006/main">
            <a:off x="7810500" y="4667250"/>
            <a:ext cx="876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행동</a:t>
            </a:r>
          </a:p>
        </p:txBody>
      </p:sp>
      <p:sp>
        <p:nvSpPr>
          <p:cNvPr id="41" name="">
            <a:extLst xmlns:a="http://schemas.openxmlformats.org/drawingml/2006/main">
              <a:ext uri="{FF2B5EF4-FFF2-40B4-BE49-F238E27FC236}">
                <a16:creationId xmlns:a16="http://schemas.microsoft.com/office/drawing/2014/main" id="{07671278-E20E-4200-B7F7-3FB7310D10ED}"/>
              </a:ext>
            </a:extLst>
          </p:cNvPr>
          <p:cNvSpPr>
            <a:spLocks xmlns:a="http://schemas.openxmlformats.org/drawingml/2006/main" noGrp="1"/>
          </p:cNvSpPr>
          <p:nvPr/>
        </p:nvSpPr>
        <p:spPr>
          <a:xfrm xmlns:a="http://schemas.openxmlformats.org/drawingml/2006/main">
            <a:off x="8877300" y="4667250"/>
            <a:ext cx="1409700" cy="400050"/>
          </a:xfrm>
          <a:prstGeom xmlns:a="http://schemas.openxmlformats.org/drawingml/2006/main" prst="roundRect">
            <a:avLst>
              <a:gd name="adj" fmla="val 50000"/>
            </a:avLst>
          </a:prstGeom>
          <a:solidFill xmlns:a="http://schemas.openxmlformats.org/drawingml/2006/main">
            <a:srgbClr val="FD9F2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6DB184EF-967B-469C-89DA-A4397F085704}"/>
              </a:ext>
            </a:extLst>
          </p:cNvPr>
          <p:cNvSpPr>
            <a:spLocks xmlns:a="http://schemas.openxmlformats.org/drawingml/2006/main" noGrp="1"/>
          </p:cNvSpPr>
          <p:nvPr/>
        </p:nvSpPr>
        <p:spPr>
          <a:xfrm xmlns:a="http://schemas.openxmlformats.org/drawingml/2006/main">
            <a:off x="8972550" y="4667250"/>
            <a:ext cx="12192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125" b="1">
                <a:solidFill>
                  <a:srgbClr val="FFFFFF"/>
                </a:solidFill>
                <a:latin typeface="NanumSquare"/>
                <a:ea typeface="NanumSquare"/>
                <a:cs typeface="NanumSquare"/>
              </a:defRPr>
            </a:pPr>
            <a:r>
              <a:rPr sz="1125" b="1">
                <a:solidFill>
                  <a:srgbClr val="FFFFFF"/>
                </a:solidFill>
                <a:latin typeface="NanumSquare"/>
                <a:ea typeface="NanumSquare"/>
                <a:cs typeface="NanumSquare"/>
              </a:rPr>
              <a:t>진행 단계</a:t>
            </a:r>
          </a:p>
        </p:txBody>
      </p:sp>
      <p:sp>
        <p:nvSpPr>
          <p:cNvPr id="43" name="">
            <a:extLst xmlns:a="http://schemas.openxmlformats.org/drawingml/2006/main">
              <a:ext uri="{FF2B5EF4-FFF2-40B4-BE49-F238E27FC236}">
                <a16:creationId xmlns:a16="http://schemas.microsoft.com/office/drawing/2014/main" id="{84C7A088-96D5-440F-A4EC-AEFC870F05D3}"/>
              </a:ext>
            </a:extLst>
          </p:cNvPr>
          <p:cNvSpPr>
            <a:spLocks xmlns:a="http://schemas.openxmlformats.org/drawingml/2006/main" noGrp="1"/>
          </p:cNvSpPr>
          <p:nvPr/>
        </p:nvSpPr>
        <p:spPr>
          <a:xfrm xmlns:a="http://schemas.openxmlformats.org/drawingml/2006/main">
            <a:off x="4953000" y="5162550"/>
            <a:ext cx="533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문장 임베딩 + 온톨로지 관계 비교</a:t>
            </a:r>
          </a:p>
        </p:txBody>
      </p:sp>
      <p:sp>
        <p:nvSpPr>
          <p:cNvPr id="44" name="">
            <a:extLst xmlns:a="http://schemas.openxmlformats.org/drawingml/2006/main">
              <a:ext uri="{FF2B5EF4-FFF2-40B4-BE49-F238E27FC236}">
                <a16:creationId xmlns:a16="http://schemas.microsoft.com/office/drawing/2014/main" id="{5DE6AB91-C687-4875-AE30-A4B41DD7D80F}"/>
              </a:ext>
            </a:extLst>
          </p:cNvPr>
          <p:cNvSpPr>
            <a:spLocks xmlns:a="http://schemas.openxmlformats.org/drawingml/2006/main" noGrp="1"/>
          </p:cNvSpPr>
          <p:nvPr/>
        </p:nvSpPr>
        <p:spPr>
          <a:xfrm xmlns:a="http://schemas.openxmlformats.org/drawingml/2006/main">
            <a:off x="1866900" y="5838825"/>
            <a:ext cx="845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사례 선택이 끝난 뒤에만 가격 결과를 연결해 비교 기준을 완성합니다.</a:t>
            </a:r>
          </a:p>
        </p:txBody>
      </p:sp>
      <p:sp>
        <p:nvSpPr>
          <p:cNvPr id="45" name="">
            <a:extLst xmlns:a="http://schemas.openxmlformats.org/drawingml/2006/main">
              <a:ext uri="{FF2B5EF4-FFF2-40B4-BE49-F238E27FC236}">
                <a16:creationId xmlns:a16="http://schemas.microsoft.com/office/drawing/2014/main" id="{FA351256-BB2D-4951-8373-7CA821023741}"/>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46" name="">
            <a:extLst xmlns:a="http://schemas.openxmlformats.org/drawingml/2006/main">
              <a:ext uri="{FF2B5EF4-FFF2-40B4-BE49-F238E27FC236}">
                <a16:creationId xmlns:a16="http://schemas.microsoft.com/office/drawing/2014/main" id="{C0F777F3-8B55-43B8-8024-B8BDBAEC78B8}"/>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211377635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1784A9A2-95DB-4A19-BE1E-E1D98686D9C2}"/>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00D82E4-2884-44E1-B510-479DAF92F270}"/>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8ECB7175-6AF8-4B96-9D28-67E81A39E679}"/>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TECH 06 · NATURAL LANGUAGE</a:t>
            </a:r>
          </a:p>
        </p:txBody>
      </p:sp>
      <p:sp>
        <p:nvSpPr>
          <p:cNvPr id="4" name="">
            <a:extLst xmlns:a="http://schemas.openxmlformats.org/drawingml/2006/main">
              <a:ext uri="{FF2B5EF4-FFF2-40B4-BE49-F238E27FC236}">
                <a16:creationId xmlns:a16="http://schemas.microsoft.com/office/drawing/2014/main" id="{9DDDBCAF-E385-45A2-90A5-0213BED8399E}"/>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질문을 구조화된 조회와 계산으로 바꿉니다</a:t>
            </a:r>
          </a:p>
        </p:txBody>
      </p:sp>
      <p:sp>
        <p:nvSpPr>
          <p:cNvPr id="5" name="">
            <a:extLst xmlns:a="http://schemas.openxmlformats.org/drawingml/2006/main">
              <a:ext uri="{FF2B5EF4-FFF2-40B4-BE49-F238E27FC236}">
                <a16:creationId xmlns:a16="http://schemas.microsoft.com/office/drawing/2014/main" id="{2189223D-1F7A-4254-A48A-DD6379A5B97C}"/>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16</a:t>
            </a:r>
          </a:p>
        </p:txBody>
      </p:sp>
      <p:sp>
        <p:nvSpPr>
          <p:cNvPr id="6" name="">
            <a:extLst xmlns:a="http://schemas.openxmlformats.org/drawingml/2006/main">
              <a:ext uri="{FF2B5EF4-FFF2-40B4-BE49-F238E27FC236}">
                <a16:creationId xmlns:a16="http://schemas.microsoft.com/office/drawing/2014/main" id="{9160488F-926B-4E52-BC7D-06D476004957}"/>
              </a:ext>
            </a:extLst>
          </p:cNvPr>
          <p:cNvSpPr>
            <a:spLocks xmlns:a="http://schemas.openxmlformats.org/drawingml/2006/main" noGrp="1"/>
          </p:cNvSpPr>
          <p:nvPr/>
        </p:nvSpPr>
        <p:spPr>
          <a:xfrm xmlns:a="http://schemas.openxmlformats.org/drawingml/2006/main">
            <a:off x="704850" y="1447800"/>
            <a:ext cx="10782300" cy="819150"/>
          </a:xfrm>
          <a:prstGeom xmlns:a="http://schemas.openxmlformats.org/drawingml/2006/main" prst="roundRect">
            <a:avLst>
              <a:gd name="adj" fmla="val 23256"/>
            </a:avLst>
          </a:prstGeom>
          <a:solidFill xmlns:a="http://schemas.openxmlformats.org/drawingml/2006/main">
            <a:srgbClr val="40160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BF16601-D2C7-4EB8-A066-3A7C9E0CCB48}"/>
              </a:ext>
            </a:extLst>
          </p:cNvPr>
          <p:cNvSpPr>
            <a:spLocks xmlns:a="http://schemas.openxmlformats.org/drawingml/2006/main" noGrp="1"/>
          </p:cNvSpPr>
          <p:nvPr/>
        </p:nvSpPr>
        <p:spPr>
          <a:xfrm xmlns:a="http://schemas.openxmlformats.org/drawingml/2006/main">
            <a:off x="971550" y="1581150"/>
            <a:ext cx="102489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75" b="1">
                <a:solidFill>
                  <a:srgbClr val="FFFFFF"/>
                </a:solidFill>
                <a:latin typeface="NanumSquare"/>
                <a:ea typeface="NanumSquare"/>
                <a:cs typeface="NanumSquare"/>
              </a:defRPr>
            </a:pPr>
            <a:r>
              <a:rPr sz="1575" b="1">
                <a:solidFill>
                  <a:srgbClr val="FFFFFF"/>
                </a:solidFill>
                <a:latin typeface="NanumSquare"/>
                <a:ea typeface="NanumSquare"/>
                <a:cs typeface="NanumSquare"/>
              </a:rPr>
              <a:t>“과거 로봇산업 육성 정책 때 어떤 테마가 반응했고, 주도주는 5거래일 뒤 어떻게 움직였어?”</a:t>
            </a:r>
          </a:p>
        </p:txBody>
      </p:sp>
      <p:sp>
        <p:nvSpPr>
          <p:cNvPr id="8" name="">
            <a:extLst xmlns:a="http://schemas.openxmlformats.org/drawingml/2006/main">
              <a:ext uri="{FF2B5EF4-FFF2-40B4-BE49-F238E27FC236}">
                <a16:creationId xmlns:a16="http://schemas.microsoft.com/office/drawing/2014/main" id="{9F4D8CD2-2E97-4A74-A7DE-C80D8F1F6DB0}"/>
              </a:ext>
            </a:extLst>
          </p:cNvPr>
          <p:cNvSpPr>
            <a:spLocks xmlns:a="http://schemas.openxmlformats.org/drawingml/2006/main" noGrp="1"/>
          </p:cNvSpPr>
          <p:nvPr/>
        </p:nvSpPr>
        <p:spPr>
          <a:xfrm xmlns:a="http://schemas.openxmlformats.org/drawingml/2006/main">
            <a:off x="781050" y="2628900"/>
            <a:ext cx="1714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QUERY PLAN</a:t>
            </a:r>
          </a:p>
        </p:txBody>
      </p:sp>
      <p:sp>
        <p:nvSpPr>
          <p:cNvPr id="9" name="">
            <a:extLst xmlns:a="http://schemas.openxmlformats.org/drawingml/2006/main">
              <a:ext uri="{FF2B5EF4-FFF2-40B4-BE49-F238E27FC236}">
                <a16:creationId xmlns:a16="http://schemas.microsoft.com/office/drawing/2014/main" id="{F9CD15FC-A512-46B8-BB0E-B50AE9E071A3}"/>
              </a:ext>
            </a:extLst>
          </p:cNvPr>
          <p:cNvSpPr>
            <a:spLocks xmlns:a="http://schemas.openxmlformats.org/drawingml/2006/main" noGrp="1"/>
          </p:cNvSpPr>
          <p:nvPr/>
        </p:nvSpPr>
        <p:spPr>
          <a:xfrm xmlns:a="http://schemas.openxmlformats.org/drawingml/2006/main">
            <a:off x="723900" y="3067050"/>
            <a:ext cx="1581150" cy="895350"/>
          </a:xfrm>
          <a:prstGeom xmlns:a="http://schemas.openxmlformats.org/drawingml/2006/main" prst="roundRect">
            <a:avLst>
              <a:gd name="adj" fmla="val 19149"/>
            </a:avLst>
          </a:prstGeom>
          <a:solidFill xmlns:a="http://schemas.openxmlformats.org/drawingml/2006/main">
            <a:srgbClr val="EEEEEE"/>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B363E8E9-0E9B-4A40-B8AE-2BF73C4B993C}"/>
              </a:ext>
            </a:extLst>
          </p:cNvPr>
          <p:cNvSpPr>
            <a:spLocks xmlns:a="http://schemas.openxmlformats.org/drawingml/2006/main" noGrp="1"/>
          </p:cNvSpPr>
          <p:nvPr/>
        </p:nvSpPr>
        <p:spPr>
          <a:xfrm xmlns:a="http://schemas.openxmlformats.org/drawingml/2006/main">
            <a:off x="857250" y="320040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Theme</a:t>
            </a:r>
          </a:p>
        </p:txBody>
      </p:sp>
      <p:sp>
        <p:nvSpPr>
          <p:cNvPr id="11" name="">
            <a:extLst xmlns:a="http://schemas.openxmlformats.org/drawingml/2006/main">
              <a:ext uri="{FF2B5EF4-FFF2-40B4-BE49-F238E27FC236}">
                <a16:creationId xmlns:a16="http://schemas.microsoft.com/office/drawing/2014/main" id="{49C21FFE-F5B7-493F-BA3D-90728EDF0248}"/>
              </a:ext>
            </a:extLst>
          </p:cNvPr>
          <p:cNvSpPr>
            <a:spLocks xmlns:a="http://schemas.openxmlformats.org/drawingml/2006/main" noGrp="1"/>
          </p:cNvSpPr>
          <p:nvPr/>
        </p:nvSpPr>
        <p:spPr>
          <a:xfrm xmlns:a="http://schemas.openxmlformats.org/drawingml/2006/main">
            <a:off x="857250" y="35052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로봇</a:t>
            </a:r>
          </a:p>
        </p:txBody>
      </p:sp>
      <p:sp>
        <p:nvSpPr>
          <p:cNvPr id="12" name="">
            <a:extLst xmlns:a="http://schemas.openxmlformats.org/drawingml/2006/main">
              <a:ext uri="{FF2B5EF4-FFF2-40B4-BE49-F238E27FC236}">
                <a16:creationId xmlns:a16="http://schemas.microsoft.com/office/drawing/2014/main" id="{6FC2FA35-33D8-4C27-A345-E5293A65B787}"/>
              </a:ext>
            </a:extLst>
          </p:cNvPr>
          <p:cNvSpPr>
            <a:spLocks xmlns:a="http://schemas.openxmlformats.org/drawingml/2006/main" noGrp="1"/>
          </p:cNvSpPr>
          <p:nvPr/>
        </p:nvSpPr>
        <p:spPr>
          <a:xfrm xmlns:a="http://schemas.openxmlformats.org/drawingml/2006/main" flipH="0" flipV="0">
            <a:off x="2305050" y="3514725"/>
            <a:ext cx="247650" cy="0"/>
          </a:xfrm>
          <a:prstGeom xmlns:a="http://schemas.openxmlformats.org/drawingml/2006/main" prst="line">
            <a:avLst/>
          </a:prstGeom>
          <a:noFill xmlns:a="http://schemas.openxmlformats.org/drawingml/2006/main"/>
          <a:ln xmlns:a="http://schemas.openxmlformats.org/drawingml/2006/main" w="19050">
            <a:solidFill>
              <a:srgbClr val="401600"/>
            </a:solidFill>
            <a:prstDash val="solid"/>
          </a:ln>
        </p:spPr>
      </p:sp>
      <p:sp>
        <p:nvSpPr>
          <p:cNvPr id="13" name="">
            <a:extLst xmlns:a="http://schemas.openxmlformats.org/drawingml/2006/main">
              <a:ext uri="{FF2B5EF4-FFF2-40B4-BE49-F238E27FC236}">
                <a16:creationId xmlns:a16="http://schemas.microsoft.com/office/drawing/2014/main" id="{C4056474-53B5-43CF-9DDA-588FF175D360}"/>
              </a:ext>
            </a:extLst>
          </p:cNvPr>
          <p:cNvSpPr>
            <a:spLocks xmlns:a="http://schemas.openxmlformats.org/drawingml/2006/main" noGrp="1"/>
          </p:cNvSpPr>
          <p:nvPr/>
        </p:nvSpPr>
        <p:spPr>
          <a:xfrm xmlns:a="http://schemas.openxmlformats.org/drawingml/2006/main">
            <a:off x="2552700" y="3067050"/>
            <a:ext cx="1581150" cy="895350"/>
          </a:xfrm>
          <a:prstGeom xmlns:a="http://schemas.openxmlformats.org/drawingml/2006/main" prst="roundRect">
            <a:avLst>
              <a:gd name="adj" fmla="val 19149"/>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B8F4F911-BD0B-4E22-838A-1A47264986FF}"/>
              </a:ext>
            </a:extLst>
          </p:cNvPr>
          <p:cNvSpPr>
            <a:spLocks xmlns:a="http://schemas.openxmlformats.org/drawingml/2006/main" noGrp="1"/>
          </p:cNvSpPr>
          <p:nvPr/>
        </p:nvSpPr>
        <p:spPr>
          <a:xfrm xmlns:a="http://schemas.openxmlformats.org/drawingml/2006/main">
            <a:off x="2686050" y="320040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FFFFF"/>
                </a:solidFill>
                <a:latin typeface="NanumSquare"/>
                <a:ea typeface="NanumSquare"/>
                <a:cs typeface="NanumSquare"/>
              </a:defRPr>
            </a:pPr>
            <a:r>
              <a:rPr sz="900" b="1">
                <a:solidFill>
                  <a:srgbClr val="FFFFFF"/>
                </a:solidFill>
                <a:latin typeface="NanumSquare"/>
                <a:ea typeface="NanumSquare"/>
                <a:cs typeface="NanumSquare"/>
              </a:rPr>
              <a:t>Catalyst</a:t>
            </a:r>
          </a:p>
        </p:txBody>
      </p:sp>
      <p:sp>
        <p:nvSpPr>
          <p:cNvPr id="15" name="">
            <a:extLst xmlns:a="http://schemas.openxmlformats.org/drawingml/2006/main">
              <a:ext uri="{FF2B5EF4-FFF2-40B4-BE49-F238E27FC236}">
                <a16:creationId xmlns:a16="http://schemas.microsoft.com/office/drawing/2014/main" id="{50E1FB06-F84A-4BBF-B717-E969D7B4AF80}"/>
              </a:ext>
            </a:extLst>
          </p:cNvPr>
          <p:cNvSpPr>
            <a:spLocks xmlns:a="http://schemas.openxmlformats.org/drawingml/2006/main" noGrp="1"/>
          </p:cNvSpPr>
          <p:nvPr/>
        </p:nvSpPr>
        <p:spPr>
          <a:xfrm xmlns:a="http://schemas.openxmlformats.org/drawingml/2006/main">
            <a:off x="2686050" y="35052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FFFFFF"/>
                </a:solidFill>
                <a:latin typeface="NanumSquare"/>
                <a:ea typeface="NanumSquare"/>
                <a:cs typeface="NanumSquare"/>
              </a:defRPr>
            </a:pPr>
            <a:r>
              <a:rPr sz="1500" b="1">
                <a:solidFill>
                  <a:srgbClr val="FFFFFF"/>
                </a:solidFill>
                <a:latin typeface="NanumSquare"/>
                <a:ea typeface="NanumSquare"/>
                <a:cs typeface="NanumSquare"/>
              </a:rPr>
              <a:t>정책</a:t>
            </a:r>
          </a:p>
        </p:txBody>
      </p:sp>
      <p:sp>
        <p:nvSpPr>
          <p:cNvPr id="16" name="">
            <a:extLst xmlns:a="http://schemas.openxmlformats.org/drawingml/2006/main">
              <a:ext uri="{FF2B5EF4-FFF2-40B4-BE49-F238E27FC236}">
                <a16:creationId xmlns:a16="http://schemas.microsoft.com/office/drawing/2014/main" id="{FEFC3F90-8CE6-4D3B-A9A8-9C16DDDC635F}"/>
              </a:ext>
            </a:extLst>
          </p:cNvPr>
          <p:cNvSpPr>
            <a:spLocks xmlns:a="http://schemas.openxmlformats.org/drawingml/2006/main" noGrp="1"/>
          </p:cNvSpPr>
          <p:nvPr/>
        </p:nvSpPr>
        <p:spPr>
          <a:xfrm xmlns:a="http://schemas.openxmlformats.org/drawingml/2006/main" flipH="0" flipV="0">
            <a:off x="4133850" y="3514725"/>
            <a:ext cx="247650" cy="0"/>
          </a:xfrm>
          <a:prstGeom xmlns:a="http://schemas.openxmlformats.org/drawingml/2006/main" prst="line">
            <a:avLst/>
          </a:prstGeom>
          <a:noFill xmlns:a="http://schemas.openxmlformats.org/drawingml/2006/main"/>
          <a:ln xmlns:a="http://schemas.openxmlformats.org/drawingml/2006/main" w="19050">
            <a:solidFill>
              <a:srgbClr val="401600"/>
            </a:solidFill>
            <a:prstDash val="solid"/>
          </a:ln>
        </p:spPr>
      </p:sp>
      <p:sp>
        <p:nvSpPr>
          <p:cNvPr id="17" name="">
            <a:extLst xmlns:a="http://schemas.openxmlformats.org/drawingml/2006/main">
              <a:ext uri="{FF2B5EF4-FFF2-40B4-BE49-F238E27FC236}">
                <a16:creationId xmlns:a16="http://schemas.microsoft.com/office/drawing/2014/main" id="{858DE2AE-3FF6-4E51-8A62-3703FE9ABEB6}"/>
              </a:ext>
            </a:extLst>
          </p:cNvPr>
          <p:cNvSpPr>
            <a:spLocks xmlns:a="http://schemas.openxmlformats.org/drawingml/2006/main" noGrp="1"/>
          </p:cNvSpPr>
          <p:nvPr/>
        </p:nvSpPr>
        <p:spPr>
          <a:xfrm xmlns:a="http://schemas.openxmlformats.org/drawingml/2006/main">
            <a:off x="4381500" y="3067050"/>
            <a:ext cx="1581150" cy="895350"/>
          </a:xfrm>
          <a:prstGeom xmlns:a="http://schemas.openxmlformats.org/drawingml/2006/main" prst="roundRect">
            <a:avLst>
              <a:gd name="adj" fmla="val 19149"/>
            </a:avLst>
          </a:prstGeom>
          <a:solidFill xmlns:a="http://schemas.openxmlformats.org/drawingml/2006/main">
            <a:srgbClr val="EEEEE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9142582F-3F51-4C62-8D21-7AC4E44A7F9B}"/>
              </a:ext>
            </a:extLst>
          </p:cNvPr>
          <p:cNvSpPr>
            <a:spLocks xmlns:a="http://schemas.openxmlformats.org/drawingml/2006/main" noGrp="1"/>
          </p:cNvSpPr>
          <p:nvPr/>
        </p:nvSpPr>
        <p:spPr>
          <a:xfrm xmlns:a="http://schemas.openxmlformats.org/drawingml/2006/main">
            <a:off x="4514850" y="320040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Time</a:t>
            </a:r>
          </a:p>
        </p:txBody>
      </p:sp>
      <p:sp>
        <p:nvSpPr>
          <p:cNvPr id="19" name="">
            <a:extLst xmlns:a="http://schemas.openxmlformats.org/drawingml/2006/main">
              <a:ext uri="{FF2B5EF4-FFF2-40B4-BE49-F238E27FC236}">
                <a16:creationId xmlns:a16="http://schemas.microsoft.com/office/drawing/2014/main" id="{0C764238-8543-4F1F-B5AA-B3D83F98581D}"/>
              </a:ext>
            </a:extLst>
          </p:cNvPr>
          <p:cNvSpPr>
            <a:spLocks xmlns:a="http://schemas.openxmlformats.org/drawingml/2006/main" noGrp="1"/>
          </p:cNvSpPr>
          <p:nvPr/>
        </p:nvSpPr>
        <p:spPr>
          <a:xfrm xmlns:a="http://schemas.openxmlformats.org/drawingml/2006/main">
            <a:off x="4514850" y="35052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과거</a:t>
            </a:r>
          </a:p>
        </p:txBody>
      </p:sp>
      <p:sp>
        <p:nvSpPr>
          <p:cNvPr id="20" name="">
            <a:extLst xmlns:a="http://schemas.openxmlformats.org/drawingml/2006/main">
              <a:ext uri="{FF2B5EF4-FFF2-40B4-BE49-F238E27FC236}">
                <a16:creationId xmlns:a16="http://schemas.microsoft.com/office/drawing/2014/main" id="{A2340B04-7779-4BA6-B064-941EE21CBC62}"/>
              </a:ext>
            </a:extLst>
          </p:cNvPr>
          <p:cNvSpPr>
            <a:spLocks xmlns:a="http://schemas.openxmlformats.org/drawingml/2006/main" noGrp="1"/>
          </p:cNvSpPr>
          <p:nvPr/>
        </p:nvSpPr>
        <p:spPr>
          <a:xfrm xmlns:a="http://schemas.openxmlformats.org/drawingml/2006/main" flipH="0" flipV="0">
            <a:off x="5962650" y="3514725"/>
            <a:ext cx="247650" cy="0"/>
          </a:xfrm>
          <a:prstGeom xmlns:a="http://schemas.openxmlformats.org/drawingml/2006/main" prst="line">
            <a:avLst/>
          </a:prstGeom>
          <a:noFill xmlns:a="http://schemas.openxmlformats.org/drawingml/2006/main"/>
          <a:ln xmlns:a="http://schemas.openxmlformats.org/drawingml/2006/main" w="19050">
            <a:solidFill>
              <a:srgbClr val="401600"/>
            </a:solidFill>
            <a:prstDash val="solid"/>
          </a:ln>
        </p:spPr>
      </p:sp>
      <p:sp>
        <p:nvSpPr>
          <p:cNvPr id="21" name="">
            <a:extLst xmlns:a="http://schemas.openxmlformats.org/drawingml/2006/main">
              <a:ext uri="{FF2B5EF4-FFF2-40B4-BE49-F238E27FC236}">
                <a16:creationId xmlns:a16="http://schemas.microsoft.com/office/drawing/2014/main" id="{F4002146-27D1-44FC-8CC3-7A8C976D7697}"/>
              </a:ext>
            </a:extLst>
          </p:cNvPr>
          <p:cNvSpPr>
            <a:spLocks xmlns:a="http://schemas.openxmlformats.org/drawingml/2006/main" noGrp="1"/>
          </p:cNvSpPr>
          <p:nvPr/>
        </p:nvSpPr>
        <p:spPr>
          <a:xfrm xmlns:a="http://schemas.openxmlformats.org/drawingml/2006/main">
            <a:off x="6210300" y="3067050"/>
            <a:ext cx="1581150" cy="895350"/>
          </a:xfrm>
          <a:prstGeom xmlns:a="http://schemas.openxmlformats.org/drawingml/2006/main" prst="roundRect">
            <a:avLst>
              <a:gd name="adj" fmla="val 19149"/>
            </a:avLst>
          </a:prstGeom>
          <a:solidFill xmlns:a="http://schemas.openxmlformats.org/drawingml/2006/main">
            <a:srgbClr val="EEEEE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4326E610-37F1-4CFD-B590-F46EB282B83A}"/>
              </a:ext>
            </a:extLst>
          </p:cNvPr>
          <p:cNvSpPr>
            <a:spLocks xmlns:a="http://schemas.openxmlformats.org/drawingml/2006/main" noGrp="1"/>
          </p:cNvSpPr>
          <p:nvPr/>
        </p:nvSpPr>
        <p:spPr>
          <a:xfrm xmlns:a="http://schemas.openxmlformats.org/drawingml/2006/main">
            <a:off x="6343650" y="3200400"/>
            <a:ext cx="13144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FD9F28"/>
                </a:solidFill>
                <a:latin typeface="NanumSquare"/>
                <a:ea typeface="NanumSquare"/>
                <a:cs typeface="NanumSquare"/>
              </a:defRPr>
            </a:pPr>
            <a:r>
              <a:rPr sz="900" b="1">
                <a:solidFill>
                  <a:srgbClr val="FD9F28"/>
                </a:solidFill>
                <a:latin typeface="NanumSquare"/>
                <a:ea typeface="NanumSquare"/>
                <a:cs typeface="NanumSquare"/>
              </a:rPr>
              <a:t>Outcome</a:t>
            </a:r>
          </a:p>
        </p:txBody>
      </p:sp>
      <p:sp>
        <p:nvSpPr>
          <p:cNvPr id="23" name="">
            <a:extLst xmlns:a="http://schemas.openxmlformats.org/drawingml/2006/main">
              <a:ext uri="{FF2B5EF4-FFF2-40B4-BE49-F238E27FC236}">
                <a16:creationId xmlns:a16="http://schemas.microsoft.com/office/drawing/2014/main" id="{1B7D9172-9590-44F2-8A7C-4D84BC3BB4D8}"/>
              </a:ext>
            </a:extLst>
          </p:cNvPr>
          <p:cNvSpPr>
            <a:spLocks xmlns:a="http://schemas.openxmlformats.org/drawingml/2006/main" noGrp="1"/>
          </p:cNvSpPr>
          <p:nvPr/>
        </p:nvSpPr>
        <p:spPr>
          <a:xfrm xmlns:a="http://schemas.openxmlformats.org/drawingml/2006/main">
            <a:off x="6343650" y="3505200"/>
            <a:ext cx="1314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500" b="1">
                <a:solidFill>
                  <a:srgbClr val="401600"/>
                </a:solidFill>
                <a:latin typeface="NanumSquare"/>
                <a:ea typeface="NanumSquare"/>
                <a:cs typeface="NanumSquare"/>
              </a:defRPr>
            </a:pPr>
            <a:r>
              <a:rPr sz="1500" b="1">
                <a:solidFill>
                  <a:srgbClr val="401600"/>
                </a:solidFill>
                <a:latin typeface="NanumSquare"/>
                <a:ea typeface="NanumSquare"/>
                <a:cs typeface="NanumSquare"/>
              </a:rPr>
              <a:t>T+5</a:t>
            </a:r>
          </a:p>
        </p:txBody>
      </p:sp>
      <p:sp>
        <p:nvSpPr>
          <p:cNvPr id="24" name="">
            <a:extLst xmlns:a="http://schemas.openxmlformats.org/drawingml/2006/main">
              <a:ext uri="{FF2B5EF4-FFF2-40B4-BE49-F238E27FC236}">
                <a16:creationId xmlns:a16="http://schemas.microsoft.com/office/drawing/2014/main" id="{FF23AD10-B36E-4E22-ADF5-19A5304D6F5B}"/>
              </a:ext>
            </a:extLst>
          </p:cNvPr>
          <p:cNvSpPr>
            <a:spLocks xmlns:a="http://schemas.openxmlformats.org/drawingml/2006/main" noGrp="1"/>
          </p:cNvSpPr>
          <p:nvPr/>
        </p:nvSpPr>
        <p:spPr>
          <a:xfrm xmlns:a="http://schemas.openxmlformats.org/drawingml/2006/main">
            <a:off x="8020050" y="3295650"/>
            <a:ext cx="552450" cy="419100"/>
          </a:xfrm>
          <a:prstGeom xmlns:a="http://schemas.openxmlformats.org/drawingml/2006/main" prst="rightArrow">
            <a:avLst/>
          </a:prstGeom>
          <a:solidFill xmlns:a="http://schemas.openxmlformats.org/drawingml/2006/main">
            <a:srgbClr val="FD9F28"/>
          </a:solidFill>
          <a:ln xmlns:a="http://schemas.openxmlformats.org/drawingml/2006/main" w="0">
            <a:solidFill>
              <a:srgbClr val="FD9F28"/>
            </a:solidFill>
            <a:prstDash val="solid"/>
          </a:ln>
        </p:spPr>
      </p:sp>
      <p:sp>
        <p:nvSpPr>
          <p:cNvPr id="25" name="">
            <a:extLst xmlns:a="http://schemas.openxmlformats.org/drawingml/2006/main">
              <a:ext uri="{FF2B5EF4-FFF2-40B4-BE49-F238E27FC236}">
                <a16:creationId xmlns:a16="http://schemas.microsoft.com/office/drawing/2014/main" id="{50BBCA6C-928E-4D4E-B264-B4EADF2436F3}"/>
              </a:ext>
            </a:extLst>
          </p:cNvPr>
          <p:cNvSpPr>
            <a:spLocks xmlns:a="http://schemas.openxmlformats.org/drawingml/2006/main" noGrp="1"/>
          </p:cNvSpPr>
          <p:nvPr/>
        </p:nvSpPr>
        <p:spPr>
          <a:xfrm xmlns:a="http://schemas.openxmlformats.org/drawingml/2006/main">
            <a:off x="8820150" y="2743200"/>
            <a:ext cx="2667000" cy="1581150"/>
          </a:xfrm>
          <a:prstGeom xmlns:a="http://schemas.openxmlformats.org/drawingml/2006/main" prst="roundRect">
            <a:avLst>
              <a:gd name="adj" fmla="val 12048"/>
            </a:avLst>
          </a:prstGeom>
          <a:solidFill xmlns:a="http://schemas.openxmlformats.org/drawingml/2006/main">
            <a:srgbClr val="401600"/>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19145835-AD79-43AC-A765-8DA795BE1709}"/>
              </a:ext>
            </a:extLst>
          </p:cNvPr>
          <p:cNvSpPr>
            <a:spLocks xmlns:a="http://schemas.openxmlformats.org/drawingml/2006/main" noGrp="1"/>
          </p:cNvSpPr>
          <p:nvPr/>
        </p:nvSpPr>
        <p:spPr>
          <a:xfrm xmlns:a="http://schemas.openxmlformats.org/drawingml/2006/main">
            <a:off x="9048750" y="2914650"/>
            <a:ext cx="2209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POSTGRESQL</a:t>
            </a:r>
          </a:p>
        </p:txBody>
      </p:sp>
      <p:sp>
        <p:nvSpPr>
          <p:cNvPr id="27" name="">
            <a:extLst xmlns:a="http://schemas.openxmlformats.org/drawingml/2006/main">
              <a:ext uri="{FF2B5EF4-FFF2-40B4-BE49-F238E27FC236}">
                <a16:creationId xmlns:a16="http://schemas.microsoft.com/office/drawing/2014/main" id="{BDFF5315-2C15-46B0-B171-F92775F8A1BC}"/>
              </a:ext>
            </a:extLst>
          </p:cNvPr>
          <p:cNvSpPr>
            <a:spLocks xmlns:a="http://schemas.openxmlformats.org/drawingml/2006/main" noGrp="1"/>
          </p:cNvSpPr>
          <p:nvPr/>
        </p:nvSpPr>
        <p:spPr>
          <a:xfrm xmlns:a="http://schemas.openxmlformats.org/drawingml/2006/main">
            <a:off x="9048750" y="3333750"/>
            <a:ext cx="22098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66667"/>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사건 → 테마 → 회사</a:t>
            </a:r>
          </a:p>
          <a:p xmlns:a="http://schemas.openxmlformats.org/drawingml/2006/main">
            <a:pPr algn="ctr">
              <a:lnSpc>
                <a:spcPct val="166667"/>
              </a:lnSpc>
              <a:buNone/>
              <a:defRPr sz="1350" b="1">
                <a:solidFill>
                  <a:srgbClr val="FFFFFF"/>
                </a:solidFill>
                <a:latin typeface="NanumSquare"/>
                <a:ea typeface="NanumSquare"/>
                <a:cs typeface="NanumSquare"/>
              </a:defRPr>
            </a:pPr>
            <a:r>
              <a:rPr sz="1350" b="1">
                <a:solidFill>
                  <a:srgbClr val="FFFFFF"/>
                </a:solidFill>
                <a:latin typeface="NanumSquare"/>
                <a:ea typeface="NanumSquare"/>
                <a:cs typeface="NanumSquare"/>
              </a:rPr>
              <a:t>관계 조회 + 가격 계산</a:t>
            </a:r>
          </a:p>
        </p:txBody>
      </p:sp>
      <p:sp>
        <p:nvSpPr>
          <p:cNvPr id="28" name="">
            <a:extLst xmlns:a="http://schemas.openxmlformats.org/drawingml/2006/main">
              <a:ext uri="{FF2B5EF4-FFF2-40B4-BE49-F238E27FC236}">
                <a16:creationId xmlns:a16="http://schemas.microsoft.com/office/drawing/2014/main" id="{E36636C4-BB29-4551-8457-56CF7C609772}"/>
              </a:ext>
            </a:extLst>
          </p:cNvPr>
          <p:cNvSpPr>
            <a:spLocks xmlns:a="http://schemas.openxmlformats.org/drawingml/2006/main" noGrp="1"/>
          </p:cNvSpPr>
          <p:nvPr/>
        </p:nvSpPr>
        <p:spPr>
          <a:xfrm xmlns:a="http://schemas.openxmlformats.org/drawingml/2006/main">
            <a:off x="704850" y="4648200"/>
            <a:ext cx="10782300" cy="1181100"/>
          </a:xfrm>
          <a:prstGeom xmlns:a="http://schemas.openxmlformats.org/drawingml/2006/main" prst="roundRect">
            <a:avLst>
              <a:gd name="adj" fmla="val 17742"/>
            </a:avLst>
          </a:prstGeom>
          <a:solidFill xmlns:a="http://schemas.openxmlformats.org/drawingml/2006/main">
            <a:srgbClr val="EEEEEE"/>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95A6414B-96F9-4F38-AC3F-BBC664951CEF}"/>
              </a:ext>
            </a:extLst>
          </p:cNvPr>
          <p:cNvSpPr>
            <a:spLocks xmlns:a="http://schemas.openxmlformats.org/drawingml/2006/main" noGrp="1"/>
          </p:cNvSpPr>
          <p:nvPr/>
        </p:nvSpPr>
        <p:spPr>
          <a:xfrm xmlns:a="http://schemas.openxmlformats.org/drawingml/2006/main">
            <a:off x="952500" y="4838700"/>
            <a:ext cx="11239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3600" b="1">
                <a:solidFill>
                  <a:srgbClr val="FD9F28"/>
                </a:solidFill>
                <a:latin typeface="NanumSquare"/>
                <a:ea typeface="NanumSquare"/>
                <a:cs typeface="NanumSquare"/>
              </a:defRPr>
            </a:pPr>
            <a:r>
              <a:rPr sz="3600" b="1">
                <a:solidFill>
                  <a:srgbClr val="FD9F28"/>
                </a:solidFill>
                <a:latin typeface="NanumSquare"/>
                <a:ea typeface="NanumSquare"/>
                <a:cs typeface="NanumSquare"/>
              </a:rPr>
              <a:t>A</a:t>
            </a:r>
          </a:p>
        </p:txBody>
      </p:sp>
      <p:sp>
        <p:nvSpPr>
          <p:cNvPr id="30" name="">
            <a:extLst xmlns:a="http://schemas.openxmlformats.org/drawingml/2006/main">
              <a:ext uri="{FF2B5EF4-FFF2-40B4-BE49-F238E27FC236}">
                <a16:creationId xmlns:a16="http://schemas.microsoft.com/office/drawing/2014/main" id="{BB42CC1A-D219-41B2-A799-BE866CD4C542}"/>
              </a:ext>
            </a:extLst>
          </p:cNvPr>
          <p:cNvSpPr>
            <a:spLocks xmlns:a="http://schemas.openxmlformats.org/drawingml/2006/main" noGrp="1"/>
          </p:cNvSpPr>
          <p:nvPr/>
        </p:nvSpPr>
        <p:spPr>
          <a:xfrm xmlns:a="http://schemas.openxmlformats.org/drawingml/2006/main" flipH="0" flipV="0">
            <a:off x="2152650" y="4857750"/>
            <a:ext cx="0" cy="742950"/>
          </a:xfrm>
          <a:prstGeom xmlns:a="http://schemas.openxmlformats.org/drawingml/2006/main" prst="line">
            <a:avLst/>
          </a:prstGeom>
          <a:noFill xmlns:a="http://schemas.openxmlformats.org/drawingml/2006/main"/>
          <a:ln xmlns:a="http://schemas.openxmlformats.org/drawingml/2006/main" w="28575">
            <a:solidFill>
              <a:srgbClr val="FFFFFF"/>
            </a:solidFill>
            <a:prstDash val="solid"/>
          </a:ln>
        </p:spPr>
      </p:sp>
      <p:sp>
        <p:nvSpPr>
          <p:cNvPr id="31" name="">
            <a:extLst xmlns:a="http://schemas.openxmlformats.org/drawingml/2006/main">
              <a:ext uri="{FF2B5EF4-FFF2-40B4-BE49-F238E27FC236}">
                <a16:creationId xmlns:a16="http://schemas.microsoft.com/office/drawing/2014/main" id="{44629193-CB07-411C-8AC4-2F0A79FDA82F}"/>
              </a:ext>
            </a:extLst>
          </p:cNvPr>
          <p:cNvSpPr>
            <a:spLocks xmlns:a="http://schemas.openxmlformats.org/drawingml/2006/main" noGrp="1"/>
          </p:cNvSpPr>
          <p:nvPr/>
        </p:nvSpPr>
        <p:spPr>
          <a:xfrm xmlns:a="http://schemas.openxmlformats.org/drawingml/2006/main">
            <a:off x="2476500" y="4819650"/>
            <a:ext cx="8686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350" b="1">
                <a:solidFill>
                  <a:srgbClr val="401600"/>
                </a:solidFill>
                <a:latin typeface="NanumSquare"/>
                <a:ea typeface="NanumSquare"/>
                <a:cs typeface="NanumSquare"/>
              </a:defRPr>
            </a:pPr>
            <a:r>
              <a:rPr sz="1350" b="1">
                <a:solidFill>
                  <a:srgbClr val="401600"/>
                </a:solidFill>
                <a:latin typeface="NanumSquare"/>
                <a:ea typeface="NanumSquare"/>
                <a:cs typeface="NanumSquare"/>
              </a:rPr>
              <a:t>구조화된 결과 + 계산된 수치 + 원문 근거</a:t>
            </a:r>
          </a:p>
        </p:txBody>
      </p:sp>
      <p:sp>
        <p:nvSpPr>
          <p:cNvPr id="32" name="">
            <a:extLst xmlns:a="http://schemas.openxmlformats.org/drawingml/2006/main">
              <a:ext uri="{FF2B5EF4-FFF2-40B4-BE49-F238E27FC236}">
                <a16:creationId xmlns:a16="http://schemas.microsoft.com/office/drawing/2014/main" id="{5141A202-6BB2-4DE9-9611-CAA5A9FCFD90}"/>
              </a:ext>
            </a:extLst>
          </p:cNvPr>
          <p:cNvSpPr>
            <a:spLocks xmlns:a="http://schemas.openxmlformats.org/drawingml/2006/main" noGrp="1"/>
          </p:cNvSpPr>
          <p:nvPr/>
        </p:nvSpPr>
        <p:spPr>
          <a:xfrm xmlns:a="http://schemas.openxmlformats.org/drawingml/2006/main">
            <a:off x="2476500" y="5219700"/>
            <a:ext cx="86868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725" b="1">
                <a:solidFill>
                  <a:srgbClr val="FD9F28"/>
                </a:solidFill>
                <a:latin typeface="NanumSquare"/>
                <a:ea typeface="NanumSquare"/>
                <a:cs typeface="NanumSquare"/>
              </a:defRPr>
            </a:pPr>
            <a:r>
              <a:rPr sz="1725" b="1">
                <a:solidFill>
                  <a:srgbClr val="FD9F28"/>
                </a:solidFill>
                <a:latin typeface="NanumSquare"/>
                <a:ea typeface="NanumSquare"/>
                <a:cs typeface="NanumSquare"/>
              </a:rPr>
              <a:t>AI가 기억에 의존하지 않고, 실제 데이터에서 답을 계산합니다.</a:t>
            </a:r>
          </a:p>
        </p:txBody>
      </p:sp>
      <p:sp>
        <p:nvSpPr>
          <p:cNvPr id="33" name="">
            <a:extLst xmlns:a="http://schemas.openxmlformats.org/drawingml/2006/main">
              <a:ext uri="{FF2B5EF4-FFF2-40B4-BE49-F238E27FC236}">
                <a16:creationId xmlns:a16="http://schemas.microsoft.com/office/drawing/2014/main" id="{2B24D936-B586-4FC7-980C-D3F6998C6107}"/>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34" name="">
            <a:extLst xmlns:a="http://schemas.openxmlformats.org/drawingml/2006/main">
              <a:ext uri="{FF2B5EF4-FFF2-40B4-BE49-F238E27FC236}">
                <a16:creationId xmlns:a16="http://schemas.microsoft.com/office/drawing/2014/main" id="{8F067011-1CE7-4257-9159-DB7FD4602A41}"/>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141534506"/>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5" name="">
            <a:extLst xmlns:a="http://schemas.openxmlformats.org/drawingml/2006/main">
              <a:ext uri="{FF2B5EF4-FFF2-40B4-BE49-F238E27FC236}">
                <a16:creationId xmlns:a16="http://schemas.microsoft.com/office/drawing/2014/main" id="{EC14FBA9-D3F7-421A-B957-65CBB4D34AD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F82FDFF-5219-45C7-B491-D333E2D6E56B}"/>
              </a:ext>
            </a:extLst>
          </p:cNvPr>
          <p:cNvSpPr>
            <a:spLocks xmlns:a="http://schemas.openxmlformats.org/drawingml/2006/main" noGrp="1"/>
          </p:cNvSpPr>
          <p:nvPr/>
        </p:nvSpPr>
        <p:spPr>
          <a:xfrm xmlns:a="http://schemas.openxmlformats.org/drawingml/2006/main">
            <a:off x="647700" y="438150"/>
            <a:ext cx="66675" cy="647700"/>
          </a:xfrm>
          <a:prstGeom xmlns:a="http://schemas.openxmlformats.org/drawingml/2006/main" prst="rect">
            <a:avLst/>
          </a:prstGeom>
          <a:solidFill xmlns:a="http://schemas.openxmlformats.org/drawingml/2006/main">
            <a:srgbClr val="401600"/>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68F0F2CF-5F82-413F-96B2-9F0F69F326C0}"/>
              </a:ext>
            </a:extLst>
          </p:cNvPr>
          <p:cNvSpPr>
            <a:spLocks xmlns:a="http://schemas.openxmlformats.org/drawingml/2006/main" noGrp="1"/>
          </p:cNvSpPr>
          <p:nvPr/>
        </p:nvSpPr>
        <p:spPr>
          <a:xfrm xmlns:a="http://schemas.openxmlformats.org/drawingml/2006/main">
            <a:off x="876300" y="409575"/>
            <a:ext cx="619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TRACE VIDEO</a:t>
            </a:r>
          </a:p>
        </p:txBody>
      </p:sp>
      <p:sp>
        <p:nvSpPr>
          <p:cNvPr id="4" name="">
            <a:extLst xmlns:a="http://schemas.openxmlformats.org/drawingml/2006/main">
              <a:ext uri="{FF2B5EF4-FFF2-40B4-BE49-F238E27FC236}">
                <a16:creationId xmlns:a16="http://schemas.microsoft.com/office/drawing/2014/main" id="{50E8BB75-AFEA-4DCE-BAE5-1A01885C5E2B}"/>
              </a:ext>
            </a:extLst>
          </p:cNvPr>
          <p:cNvSpPr>
            <a:spLocks xmlns:a="http://schemas.openxmlformats.org/drawingml/2006/main" noGrp="1"/>
          </p:cNvSpPr>
          <p:nvPr/>
        </p:nvSpPr>
        <p:spPr>
          <a:xfrm xmlns:a="http://schemas.openxmlformats.org/drawingml/2006/main">
            <a:off x="876300" y="666750"/>
            <a:ext cx="9810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2400" b="1">
                <a:solidFill>
                  <a:srgbClr val="401600"/>
                </a:solidFill>
                <a:latin typeface="NanumSquare"/>
                <a:ea typeface="NanumSquare"/>
                <a:cs typeface="NanumSquare"/>
              </a:defRPr>
            </a:pPr>
            <a:r>
              <a:rPr sz="2400" b="1">
                <a:solidFill>
                  <a:srgbClr val="401600"/>
                </a:solidFill>
                <a:latin typeface="NanumSquare"/>
                <a:ea typeface="NanumSquare"/>
                <a:cs typeface="NanumSquare"/>
              </a:rPr>
              <a:t>질문 하나가 답변이 되기까지의 실제 경로</a:t>
            </a:r>
          </a:p>
        </p:txBody>
      </p:sp>
      <p:sp>
        <p:nvSpPr>
          <p:cNvPr id="5" name="">
            <a:extLst xmlns:a="http://schemas.openxmlformats.org/drawingml/2006/main">
              <a:ext uri="{FF2B5EF4-FFF2-40B4-BE49-F238E27FC236}">
                <a16:creationId xmlns:a16="http://schemas.microsoft.com/office/drawing/2014/main" id="{091D6C5F-1BB6-4DCE-828F-50E0CF899839}"/>
              </a:ext>
            </a:extLst>
          </p:cNvPr>
          <p:cNvSpPr>
            <a:spLocks xmlns:a="http://schemas.openxmlformats.org/drawingml/2006/main" noGrp="1"/>
          </p:cNvSpPr>
          <p:nvPr/>
        </p:nvSpPr>
        <p:spPr>
          <a:xfrm xmlns:a="http://schemas.openxmlformats.org/drawingml/2006/main">
            <a:off x="11144250" y="447675"/>
            <a:ext cx="400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r">
              <a:lnSpc>
                <a:spcPct val="112000"/>
              </a:lnSpc>
              <a:buNone/>
              <a:defRPr sz="1050" b="1">
                <a:solidFill>
                  <a:srgbClr val="FD9F28"/>
                </a:solidFill>
                <a:latin typeface="NanumSquare"/>
                <a:ea typeface="NanumSquare"/>
                <a:cs typeface="NanumSquare"/>
              </a:defRPr>
            </a:pPr>
            <a:r>
              <a:rPr sz="1050" b="1">
                <a:solidFill>
                  <a:srgbClr val="FD9F28"/>
                </a:solidFill>
                <a:latin typeface="NanumSquare"/>
                <a:ea typeface="NanumSquare"/>
                <a:cs typeface="NanumSquare"/>
              </a:rPr>
              <a:t>17</a:t>
            </a:r>
          </a:p>
        </p:txBody>
      </p:sp>
      <p:sp>
        <p:nvSpPr>
          <p:cNvPr id="6" name="">
            <a:extLst xmlns:a="http://schemas.openxmlformats.org/drawingml/2006/main">
              <a:ext uri="{FF2B5EF4-FFF2-40B4-BE49-F238E27FC236}">
                <a16:creationId xmlns:a16="http://schemas.microsoft.com/office/drawing/2014/main" id="{A8B35087-85FE-41B8-BC4A-21417264454D}"/>
              </a:ext>
            </a:extLst>
          </p:cNvPr>
          <p:cNvSpPr>
            <a:spLocks xmlns:a="http://schemas.openxmlformats.org/drawingml/2006/main" noGrp="1"/>
          </p:cNvSpPr>
          <p:nvPr/>
        </p:nvSpPr>
        <p:spPr>
          <a:xfrm xmlns:a="http://schemas.openxmlformats.org/drawingml/2006/main">
            <a:off x="876300" y="1219200"/>
            <a:ext cx="9810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575" b="0">
                <a:solidFill>
                  <a:srgbClr val="000000"/>
                </a:solidFill>
                <a:latin typeface="NanumSquare"/>
                <a:ea typeface="NanumSquare"/>
                <a:cs typeface="NanumSquare"/>
              </a:defRPr>
            </a:pPr>
            <a:r>
              <a:rPr sz="1575" b="0">
                <a:solidFill>
                  <a:srgbClr val="000000"/>
                </a:solidFill>
                <a:latin typeface="NanumSquare"/>
                <a:ea typeface="NanumSquare"/>
                <a:cs typeface="NanumSquare"/>
              </a:rPr>
              <a:t>PostgreSQL에 저장된 온톨로지 관계와 질의 처리 경로를 시각화합니다.</a:t>
            </a:r>
          </a:p>
        </p:txBody>
      </p:sp>
      <p:sp>
        <p:nvSpPr>
          <p:cNvPr id="7" name="">
            <a:extLst xmlns:a="http://schemas.openxmlformats.org/drawingml/2006/main">
              <a:ext uri="{FF2B5EF4-FFF2-40B4-BE49-F238E27FC236}">
                <a16:creationId xmlns:a16="http://schemas.microsoft.com/office/drawing/2014/main" id="{D5EAC7DC-7F49-4E3A-9FA9-3E6061EF9515}"/>
              </a:ext>
            </a:extLst>
          </p:cNvPr>
          <p:cNvSpPr>
            <a:spLocks xmlns:a="http://schemas.openxmlformats.org/drawingml/2006/main" noGrp="1"/>
          </p:cNvSpPr>
          <p:nvPr/>
        </p:nvSpPr>
        <p:spPr>
          <a:xfrm xmlns:a="http://schemas.openxmlformats.org/drawingml/2006/main">
            <a:off x="647700" y="1790700"/>
            <a:ext cx="7410450" cy="4000500"/>
          </a:xfrm>
          <a:prstGeom xmlns:a="http://schemas.openxmlformats.org/drawingml/2006/main" prst="roundRect">
            <a:avLst>
              <a:gd name="adj" fmla="val 5714"/>
            </a:avLst>
          </a:prstGeom>
          <a:solidFill xmlns:a="http://schemas.openxmlformats.org/drawingml/2006/main">
            <a:srgbClr val="401600"/>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3D044C03-B717-445A-BD18-AC8026F3885B}"/>
              </a:ext>
            </a:extLst>
          </p:cNvPr>
          <p:cNvSpPr>
            <a:spLocks xmlns:a="http://schemas.openxmlformats.org/drawingml/2006/main" noGrp="1"/>
          </p:cNvSpPr>
          <p:nvPr/>
        </p:nvSpPr>
        <p:spPr>
          <a:xfrm xmlns:a="http://schemas.openxmlformats.org/drawingml/2006/main">
            <a:off x="3524250" y="3105150"/>
            <a:ext cx="1219200" cy="12192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E7BF66A2-CA5F-4506-B05A-3C717562CE48}"/>
              </a:ext>
            </a:extLst>
          </p:cNvPr>
          <p:cNvSpPr>
            <a:spLocks xmlns:a="http://schemas.openxmlformats.org/drawingml/2006/main" noGrp="1"/>
          </p:cNvSpPr>
          <p:nvPr/>
        </p:nvSpPr>
        <p:spPr>
          <a:xfrm xmlns:a="http://schemas.openxmlformats.org/drawingml/2006/main" rot="5400000">
            <a:off x="4000500" y="3371850"/>
            <a:ext cx="495300" cy="685800"/>
          </a:xfrm>
          <a:prstGeom xmlns:a="http://schemas.openxmlformats.org/drawingml/2006/main" prst="triangle">
            <a:avLst/>
          </a:prstGeom>
          <a:solidFill xmlns:a="http://schemas.openxmlformats.org/drawingml/2006/main">
            <a:srgbClr val="FFFFFF"/>
          </a:solidFill>
          <a:ln xmlns:a="http://schemas.openxmlformats.org/drawingml/2006/main" w="0">
            <a:solidFill>
              <a:srgbClr val="FFFFFF"/>
            </a:solidFill>
            <a:prstDash val="solid"/>
          </a:ln>
        </p:spPr>
      </p:sp>
      <p:sp>
        <p:nvSpPr>
          <p:cNvPr id="10" name="">
            <a:extLst xmlns:a="http://schemas.openxmlformats.org/drawingml/2006/main">
              <a:ext uri="{FF2B5EF4-FFF2-40B4-BE49-F238E27FC236}">
                <a16:creationId xmlns:a16="http://schemas.microsoft.com/office/drawing/2014/main" id="{36F4C4A8-2D1A-4C8C-9C7E-708D68DFF73C}"/>
              </a:ext>
            </a:extLst>
          </p:cNvPr>
          <p:cNvSpPr>
            <a:spLocks xmlns:a="http://schemas.openxmlformats.org/drawingml/2006/main" noGrp="1"/>
          </p:cNvSpPr>
          <p:nvPr/>
        </p:nvSpPr>
        <p:spPr>
          <a:xfrm xmlns:a="http://schemas.openxmlformats.org/drawingml/2006/main" flipH="1" flipV="1">
            <a:off x="1809750" y="2667000"/>
            <a:ext cx="2324100" cy="1047750"/>
          </a:xfrm>
          <a:prstGeom xmlns:a="http://schemas.openxmlformats.org/drawingml/2006/main" prst="line">
            <a:avLst/>
          </a:prstGeom>
          <a:noFill xmlns:a="http://schemas.openxmlformats.org/drawingml/2006/main"/>
          <a:ln xmlns:a="http://schemas.openxmlformats.org/drawingml/2006/main" w="9525">
            <a:solidFill>
              <a:srgbClr val="EEEEEE"/>
            </a:solidFill>
            <a:prstDash val="solid"/>
          </a:ln>
        </p:spPr>
      </p:sp>
      <p:sp>
        <p:nvSpPr>
          <p:cNvPr id="11" name="">
            <a:extLst xmlns:a="http://schemas.openxmlformats.org/drawingml/2006/main">
              <a:ext uri="{FF2B5EF4-FFF2-40B4-BE49-F238E27FC236}">
                <a16:creationId xmlns:a16="http://schemas.microsoft.com/office/drawing/2014/main" id="{56636256-DC65-4B12-85C7-0A5BD5247B0B}"/>
              </a:ext>
            </a:extLst>
          </p:cNvPr>
          <p:cNvSpPr>
            <a:spLocks xmlns:a="http://schemas.openxmlformats.org/drawingml/2006/main" noGrp="1"/>
          </p:cNvSpPr>
          <p:nvPr/>
        </p:nvSpPr>
        <p:spPr>
          <a:xfrm xmlns:a="http://schemas.openxmlformats.org/drawingml/2006/main">
            <a:off x="1724025" y="2581275"/>
            <a:ext cx="171450" cy="171450"/>
          </a:xfrm>
          <a:prstGeom xmlns:a="http://schemas.openxmlformats.org/drawingml/2006/main" prst="ellipse">
            <a:avLst/>
          </a:prstGeom>
          <a:solidFill xmlns:a="http://schemas.openxmlformats.org/drawingml/2006/main">
            <a:srgbClr val="FD9F28"/>
          </a:solidFill>
          <a:ln xmlns:a="http://schemas.openxmlformats.org/drawingml/2006/main" w="19050">
            <a:solidFill>
              <a:srgbClr val="FD9F28"/>
            </a:solidFill>
            <a:prstDash val="solid"/>
          </a:ln>
        </p:spPr>
      </p:sp>
      <p:sp>
        <p:nvSpPr>
          <p:cNvPr id="12" name="">
            <a:extLst xmlns:a="http://schemas.openxmlformats.org/drawingml/2006/main">
              <a:ext uri="{FF2B5EF4-FFF2-40B4-BE49-F238E27FC236}">
                <a16:creationId xmlns:a16="http://schemas.microsoft.com/office/drawing/2014/main" id="{D799F2BC-1AC2-4925-AB27-572B8A53128A}"/>
              </a:ext>
            </a:extLst>
          </p:cNvPr>
          <p:cNvSpPr>
            <a:spLocks xmlns:a="http://schemas.openxmlformats.org/drawingml/2006/main" noGrp="1"/>
          </p:cNvSpPr>
          <p:nvPr/>
        </p:nvSpPr>
        <p:spPr>
          <a:xfrm xmlns:a="http://schemas.openxmlformats.org/drawingml/2006/main" flipH="1" flipV="0">
            <a:off x="2495550" y="3714750"/>
            <a:ext cx="1638300" cy="571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13" name="">
            <a:extLst xmlns:a="http://schemas.openxmlformats.org/drawingml/2006/main">
              <a:ext uri="{FF2B5EF4-FFF2-40B4-BE49-F238E27FC236}">
                <a16:creationId xmlns:a16="http://schemas.microsoft.com/office/drawing/2014/main" id="{955F3691-2D06-4E07-A3AA-D16C527E442D}"/>
              </a:ext>
            </a:extLst>
          </p:cNvPr>
          <p:cNvSpPr>
            <a:spLocks xmlns:a="http://schemas.openxmlformats.org/drawingml/2006/main" noGrp="1"/>
          </p:cNvSpPr>
          <p:nvPr/>
        </p:nvSpPr>
        <p:spPr>
          <a:xfrm xmlns:a="http://schemas.openxmlformats.org/drawingml/2006/main">
            <a:off x="2371725" y="4162425"/>
            <a:ext cx="247650" cy="247650"/>
          </a:xfrm>
          <a:prstGeom xmlns:a="http://schemas.openxmlformats.org/drawingml/2006/main" prst="ellipse">
            <a:avLst/>
          </a:prstGeom>
          <a:solidFill xmlns:a="http://schemas.openxmlformats.org/drawingml/2006/main">
            <a:srgbClr val="FFFFFF"/>
          </a:solidFill>
          <a:ln xmlns:a="http://schemas.openxmlformats.org/drawingml/2006/main" w="19050">
            <a:solidFill>
              <a:srgbClr val="FD9F28"/>
            </a:solidFill>
            <a:prstDash val="solid"/>
          </a:ln>
        </p:spPr>
      </p:sp>
      <p:sp>
        <p:nvSpPr>
          <p:cNvPr id="14" name="">
            <a:extLst xmlns:a="http://schemas.openxmlformats.org/drawingml/2006/main">
              <a:ext uri="{FF2B5EF4-FFF2-40B4-BE49-F238E27FC236}">
                <a16:creationId xmlns:a16="http://schemas.microsoft.com/office/drawing/2014/main" id="{53931ABC-4D25-4878-AA79-E5A310FBBDF1}"/>
              </a:ext>
            </a:extLst>
          </p:cNvPr>
          <p:cNvSpPr>
            <a:spLocks xmlns:a="http://schemas.openxmlformats.org/drawingml/2006/main" noGrp="1"/>
          </p:cNvSpPr>
          <p:nvPr/>
        </p:nvSpPr>
        <p:spPr>
          <a:xfrm xmlns:a="http://schemas.openxmlformats.org/drawingml/2006/main" flipH="1" flipV="1">
            <a:off x="3524250" y="2381250"/>
            <a:ext cx="609600" cy="1333500"/>
          </a:xfrm>
          <a:prstGeom xmlns:a="http://schemas.openxmlformats.org/drawingml/2006/main" prst="line">
            <a:avLst/>
          </a:prstGeom>
          <a:noFill xmlns:a="http://schemas.openxmlformats.org/drawingml/2006/main"/>
          <a:ln xmlns:a="http://schemas.openxmlformats.org/drawingml/2006/main" w="9525">
            <a:solidFill>
              <a:srgbClr val="EEEEEE"/>
            </a:solidFill>
            <a:prstDash val="solid"/>
          </a:ln>
        </p:spPr>
      </p:sp>
      <p:sp>
        <p:nvSpPr>
          <p:cNvPr id="15" name="">
            <a:extLst xmlns:a="http://schemas.openxmlformats.org/drawingml/2006/main">
              <a:ext uri="{FF2B5EF4-FFF2-40B4-BE49-F238E27FC236}">
                <a16:creationId xmlns:a16="http://schemas.microsoft.com/office/drawing/2014/main" id="{1325389E-FC76-4912-A0F7-C48BA4FCB12D}"/>
              </a:ext>
            </a:extLst>
          </p:cNvPr>
          <p:cNvSpPr>
            <a:spLocks xmlns:a="http://schemas.openxmlformats.org/drawingml/2006/main" noGrp="1"/>
          </p:cNvSpPr>
          <p:nvPr/>
        </p:nvSpPr>
        <p:spPr>
          <a:xfrm xmlns:a="http://schemas.openxmlformats.org/drawingml/2006/main">
            <a:off x="3457575" y="2314575"/>
            <a:ext cx="133350" cy="133350"/>
          </a:xfrm>
          <a:prstGeom xmlns:a="http://schemas.openxmlformats.org/drawingml/2006/main" prst="ellipse">
            <a:avLst/>
          </a:prstGeom>
          <a:solidFill xmlns:a="http://schemas.openxmlformats.org/drawingml/2006/main">
            <a:srgbClr val="FFFFFF"/>
          </a:solidFill>
          <a:ln xmlns:a="http://schemas.openxmlformats.org/drawingml/2006/main" w="19050">
            <a:solidFill>
              <a:srgbClr val="FD9F28"/>
            </a:solidFill>
            <a:prstDash val="solid"/>
          </a:ln>
        </p:spPr>
      </p:sp>
      <p:sp>
        <p:nvSpPr>
          <p:cNvPr id="16" name="">
            <a:extLst xmlns:a="http://schemas.openxmlformats.org/drawingml/2006/main">
              <a:ext uri="{FF2B5EF4-FFF2-40B4-BE49-F238E27FC236}">
                <a16:creationId xmlns:a16="http://schemas.microsoft.com/office/drawing/2014/main" id="{6E602C8C-75E6-46AA-9F17-AB9D303127BC}"/>
              </a:ext>
            </a:extLst>
          </p:cNvPr>
          <p:cNvSpPr>
            <a:spLocks xmlns:a="http://schemas.openxmlformats.org/drawingml/2006/main" noGrp="1"/>
          </p:cNvSpPr>
          <p:nvPr/>
        </p:nvSpPr>
        <p:spPr>
          <a:xfrm xmlns:a="http://schemas.openxmlformats.org/drawingml/2006/main" flipH="0" flipV="1">
            <a:off x="4133850" y="2343150"/>
            <a:ext cx="819150" cy="13716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17" name="">
            <a:extLst xmlns:a="http://schemas.openxmlformats.org/drawingml/2006/main">
              <a:ext uri="{FF2B5EF4-FFF2-40B4-BE49-F238E27FC236}">
                <a16:creationId xmlns:a16="http://schemas.microsoft.com/office/drawing/2014/main" id="{867E1433-F19B-4224-9184-70F6F53E1C73}"/>
              </a:ext>
            </a:extLst>
          </p:cNvPr>
          <p:cNvSpPr>
            <a:spLocks xmlns:a="http://schemas.openxmlformats.org/drawingml/2006/main" noGrp="1"/>
          </p:cNvSpPr>
          <p:nvPr/>
        </p:nvSpPr>
        <p:spPr>
          <a:xfrm xmlns:a="http://schemas.openxmlformats.org/drawingml/2006/main">
            <a:off x="4838700" y="2228850"/>
            <a:ext cx="228600" cy="228600"/>
          </a:xfrm>
          <a:prstGeom xmlns:a="http://schemas.openxmlformats.org/drawingml/2006/main" prst="ellipse">
            <a:avLst/>
          </a:prstGeom>
          <a:solidFill xmlns:a="http://schemas.openxmlformats.org/drawingml/2006/main">
            <a:srgbClr val="FD9F28"/>
          </a:solidFill>
          <a:ln xmlns:a="http://schemas.openxmlformats.org/drawingml/2006/main" w="19050">
            <a:solidFill>
              <a:srgbClr val="FD9F28"/>
            </a:solidFill>
            <a:prstDash val="solid"/>
          </a:ln>
        </p:spPr>
      </p:sp>
      <p:sp>
        <p:nvSpPr>
          <p:cNvPr id="18" name="">
            <a:extLst xmlns:a="http://schemas.openxmlformats.org/drawingml/2006/main">
              <a:ext uri="{FF2B5EF4-FFF2-40B4-BE49-F238E27FC236}">
                <a16:creationId xmlns:a16="http://schemas.microsoft.com/office/drawing/2014/main" id="{682ADCC2-7246-46C4-8F1B-41679A6C3C36}"/>
              </a:ext>
            </a:extLst>
          </p:cNvPr>
          <p:cNvSpPr>
            <a:spLocks xmlns:a="http://schemas.openxmlformats.org/drawingml/2006/main" noGrp="1"/>
          </p:cNvSpPr>
          <p:nvPr/>
        </p:nvSpPr>
        <p:spPr>
          <a:xfrm xmlns:a="http://schemas.openxmlformats.org/drawingml/2006/main" flipH="0" flipV="1">
            <a:off x="4133850" y="3219450"/>
            <a:ext cx="2000250" cy="495300"/>
          </a:xfrm>
          <a:prstGeom xmlns:a="http://schemas.openxmlformats.org/drawingml/2006/main" prst="line">
            <a:avLst/>
          </a:prstGeom>
          <a:noFill xmlns:a="http://schemas.openxmlformats.org/drawingml/2006/main"/>
          <a:ln xmlns:a="http://schemas.openxmlformats.org/drawingml/2006/main" w="9525">
            <a:solidFill>
              <a:srgbClr val="EEEEEE"/>
            </a:solidFill>
            <a:prstDash val="solid"/>
          </a:ln>
        </p:spPr>
      </p:sp>
      <p:sp>
        <p:nvSpPr>
          <p:cNvPr id="19" name="">
            <a:extLst xmlns:a="http://schemas.openxmlformats.org/drawingml/2006/main">
              <a:ext uri="{FF2B5EF4-FFF2-40B4-BE49-F238E27FC236}">
                <a16:creationId xmlns:a16="http://schemas.microsoft.com/office/drawing/2014/main" id="{CD77BCCF-DA4C-44CF-8256-535585464165}"/>
              </a:ext>
            </a:extLst>
          </p:cNvPr>
          <p:cNvSpPr>
            <a:spLocks xmlns:a="http://schemas.openxmlformats.org/drawingml/2006/main" noGrp="1"/>
          </p:cNvSpPr>
          <p:nvPr/>
        </p:nvSpPr>
        <p:spPr>
          <a:xfrm xmlns:a="http://schemas.openxmlformats.org/drawingml/2006/main">
            <a:off x="6057900" y="3143250"/>
            <a:ext cx="152400" cy="1524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D9F28"/>
            </a:solidFill>
            <a:prstDash val="solid"/>
          </a:ln>
        </p:spPr>
      </p:sp>
      <p:sp>
        <p:nvSpPr>
          <p:cNvPr id="20" name="">
            <a:extLst xmlns:a="http://schemas.openxmlformats.org/drawingml/2006/main">
              <a:ext uri="{FF2B5EF4-FFF2-40B4-BE49-F238E27FC236}">
                <a16:creationId xmlns:a16="http://schemas.microsoft.com/office/drawing/2014/main" id="{EF623F80-11D7-452D-B5FD-8DD897C1DB3A}"/>
              </a:ext>
            </a:extLst>
          </p:cNvPr>
          <p:cNvSpPr>
            <a:spLocks xmlns:a="http://schemas.openxmlformats.org/drawingml/2006/main" noGrp="1"/>
          </p:cNvSpPr>
          <p:nvPr/>
        </p:nvSpPr>
        <p:spPr>
          <a:xfrm xmlns:a="http://schemas.openxmlformats.org/drawingml/2006/main" flipH="0" flipV="0">
            <a:off x="4133850" y="3714750"/>
            <a:ext cx="2495550" cy="8763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21" name="">
            <a:extLst xmlns:a="http://schemas.openxmlformats.org/drawingml/2006/main">
              <a:ext uri="{FF2B5EF4-FFF2-40B4-BE49-F238E27FC236}">
                <a16:creationId xmlns:a16="http://schemas.microsoft.com/office/drawing/2014/main" id="{565DA790-1048-48B5-9826-637977D8D36A}"/>
              </a:ext>
            </a:extLst>
          </p:cNvPr>
          <p:cNvSpPr>
            <a:spLocks xmlns:a="http://schemas.openxmlformats.org/drawingml/2006/main" noGrp="1"/>
          </p:cNvSpPr>
          <p:nvPr/>
        </p:nvSpPr>
        <p:spPr>
          <a:xfrm xmlns:a="http://schemas.openxmlformats.org/drawingml/2006/main">
            <a:off x="6496050" y="4457700"/>
            <a:ext cx="266700" cy="2667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D9F28"/>
            </a:solidFill>
            <a:prstDash val="solid"/>
          </a:ln>
        </p:spPr>
      </p:sp>
      <p:sp>
        <p:nvSpPr>
          <p:cNvPr id="22" name="">
            <a:extLst xmlns:a="http://schemas.openxmlformats.org/drawingml/2006/main">
              <a:ext uri="{FF2B5EF4-FFF2-40B4-BE49-F238E27FC236}">
                <a16:creationId xmlns:a16="http://schemas.microsoft.com/office/drawing/2014/main" id="{85ACAAD0-E1CE-4B3D-8318-F72693FF85BB}"/>
              </a:ext>
            </a:extLst>
          </p:cNvPr>
          <p:cNvSpPr>
            <a:spLocks xmlns:a="http://schemas.openxmlformats.org/drawingml/2006/main" noGrp="1"/>
          </p:cNvSpPr>
          <p:nvPr/>
        </p:nvSpPr>
        <p:spPr>
          <a:xfrm xmlns:a="http://schemas.openxmlformats.org/drawingml/2006/main" flipH="0" flipV="0">
            <a:off x="4133850" y="3714750"/>
            <a:ext cx="914400" cy="1333500"/>
          </a:xfrm>
          <a:prstGeom xmlns:a="http://schemas.openxmlformats.org/drawingml/2006/main" prst="line">
            <a:avLst/>
          </a:prstGeom>
          <a:noFill xmlns:a="http://schemas.openxmlformats.org/drawingml/2006/main"/>
          <a:ln xmlns:a="http://schemas.openxmlformats.org/drawingml/2006/main" w="9525">
            <a:solidFill>
              <a:srgbClr val="EEEEEE"/>
            </a:solidFill>
            <a:prstDash val="solid"/>
          </a:ln>
        </p:spPr>
      </p:sp>
      <p:sp>
        <p:nvSpPr>
          <p:cNvPr id="23" name="">
            <a:extLst xmlns:a="http://schemas.openxmlformats.org/drawingml/2006/main">
              <a:ext uri="{FF2B5EF4-FFF2-40B4-BE49-F238E27FC236}">
                <a16:creationId xmlns:a16="http://schemas.microsoft.com/office/drawing/2014/main" id="{F0CE821D-EAE4-40F0-89D2-E77C3F213E9B}"/>
              </a:ext>
            </a:extLst>
          </p:cNvPr>
          <p:cNvSpPr>
            <a:spLocks xmlns:a="http://schemas.openxmlformats.org/drawingml/2006/main" noGrp="1"/>
          </p:cNvSpPr>
          <p:nvPr/>
        </p:nvSpPr>
        <p:spPr>
          <a:xfrm xmlns:a="http://schemas.openxmlformats.org/drawingml/2006/main">
            <a:off x="4981575" y="4981575"/>
            <a:ext cx="133350" cy="133350"/>
          </a:xfrm>
          <a:prstGeom xmlns:a="http://schemas.openxmlformats.org/drawingml/2006/main" prst="ellipse">
            <a:avLst/>
          </a:prstGeom>
          <a:solidFill xmlns:a="http://schemas.openxmlformats.org/drawingml/2006/main">
            <a:srgbClr val="FD9F28"/>
          </a:solidFill>
          <a:ln xmlns:a="http://schemas.openxmlformats.org/drawingml/2006/main" w="19050">
            <a:solidFill>
              <a:srgbClr val="FD9F28"/>
            </a:solidFill>
            <a:prstDash val="solid"/>
          </a:ln>
        </p:spPr>
      </p:sp>
      <p:sp>
        <p:nvSpPr>
          <p:cNvPr id="24" name="">
            <a:extLst xmlns:a="http://schemas.openxmlformats.org/drawingml/2006/main">
              <a:ext uri="{FF2B5EF4-FFF2-40B4-BE49-F238E27FC236}">
                <a16:creationId xmlns:a16="http://schemas.microsoft.com/office/drawing/2014/main" id="{A21D79ED-0A5B-4114-AB02-C84206690A86}"/>
              </a:ext>
            </a:extLst>
          </p:cNvPr>
          <p:cNvSpPr>
            <a:spLocks xmlns:a="http://schemas.openxmlformats.org/drawingml/2006/main" noGrp="1"/>
          </p:cNvSpPr>
          <p:nvPr/>
        </p:nvSpPr>
        <p:spPr>
          <a:xfrm xmlns:a="http://schemas.openxmlformats.org/drawingml/2006/main" flipH="1" flipV="0">
            <a:off x="1809750" y="3714750"/>
            <a:ext cx="2324100" cy="123825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25" name="">
            <a:extLst xmlns:a="http://schemas.openxmlformats.org/drawingml/2006/main">
              <a:ext uri="{FF2B5EF4-FFF2-40B4-BE49-F238E27FC236}">
                <a16:creationId xmlns:a16="http://schemas.microsoft.com/office/drawing/2014/main" id="{28438DCF-A5E2-4487-BC8C-0F7052C82A44}"/>
              </a:ext>
            </a:extLst>
          </p:cNvPr>
          <p:cNvSpPr>
            <a:spLocks xmlns:a="http://schemas.openxmlformats.org/drawingml/2006/main" noGrp="1"/>
          </p:cNvSpPr>
          <p:nvPr/>
        </p:nvSpPr>
        <p:spPr>
          <a:xfrm xmlns:a="http://schemas.openxmlformats.org/drawingml/2006/main">
            <a:off x="1752600" y="4895850"/>
            <a:ext cx="114300" cy="114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FD9F28"/>
            </a:solidFill>
            <a:prstDash val="solid"/>
          </a:ln>
        </p:spPr>
      </p:sp>
      <p:sp>
        <p:nvSpPr>
          <p:cNvPr id="26" name="">
            <a:extLst xmlns:a="http://schemas.openxmlformats.org/drawingml/2006/main">
              <a:ext uri="{FF2B5EF4-FFF2-40B4-BE49-F238E27FC236}">
                <a16:creationId xmlns:a16="http://schemas.microsoft.com/office/drawing/2014/main" id="{C3CB3EF8-F84D-4059-9A21-D3BD97040C13}"/>
              </a:ext>
            </a:extLst>
          </p:cNvPr>
          <p:cNvSpPr>
            <a:spLocks xmlns:a="http://schemas.openxmlformats.org/drawingml/2006/main" noGrp="1"/>
          </p:cNvSpPr>
          <p:nvPr/>
        </p:nvSpPr>
        <p:spPr>
          <a:xfrm xmlns:a="http://schemas.openxmlformats.org/drawingml/2006/main">
            <a:off x="1066800" y="5219700"/>
            <a:ext cx="6572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75" b="1">
                <a:solidFill>
                  <a:srgbClr val="FFFFFF"/>
                </a:solidFill>
                <a:latin typeface="NanumSquare"/>
                <a:ea typeface="NanumSquare"/>
                <a:cs typeface="NanumSquare"/>
              </a:defRPr>
            </a:pPr>
            <a:r>
              <a:rPr sz="1275" b="1">
                <a:solidFill>
                  <a:srgbClr val="FFFFFF"/>
                </a:solidFill>
                <a:latin typeface="NanumSquare"/>
                <a:ea typeface="NanumSquare"/>
                <a:cs typeface="NanumSquare"/>
              </a:rPr>
              <a:t>질문 입력에 따라 탐색되는 노드와 경로가 달라집니다.</a:t>
            </a:r>
          </a:p>
        </p:txBody>
      </p:sp>
      <p:sp>
        <p:nvSpPr>
          <p:cNvPr id="27" name="">
            <a:extLst xmlns:a="http://schemas.openxmlformats.org/drawingml/2006/main">
              <a:ext uri="{FF2B5EF4-FFF2-40B4-BE49-F238E27FC236}">
                <a16:creationId xmlns:a16="http://schemas.microsoft.com/office/drawing/2014/main" id="{10B99F23-7051-4409-AB39-1A5E29C89251}"/>
              </a:ext>
            </a:extLst>
          </p:cNvPr>
          <p:cNvSpPr>
            <a:spLocks xmlns:a="http://schemas.openxmlformats.org/drawingml/2006/main" noGrp="1"/>
          </p:cNvSpPr>
          <p:nvPr/>
        </p:nvSpPr>
        <p:spPr>
          <a:xfrm xmlns:a="http://schemas.openxmlformats.org/drawingml/2006/main">
            <a:off x="8343900" y="1790700"/>
            <a:ext cx="3200400" cy="4000500"/>
          </a:xfrm>
          <a:prstGeom xmlns:a="http://schemas.openxmlformats.org/drawingml/2006/main" prst="roundRect">
            <a:avLst>
              <a:gd name="adj" fmla="val 7143"/>
            </a:avLst>
          </a:prstGeom>
          <a:solidFill xmlns:a="http://schemas.openxmlformats.org/drawingml/2006/main">
            <a:srgbClr val="EEEEE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8FCCF614-03FD-4431-9468-B81BEEDB8EF1}"/>
              </a:ext>
            </a:extLst>
          </p:cNvPr>
          <p:cNvSpPr>
            <a:spLocks xmlns:a="http://schemas.openxmlformats.org/drawingml/2006/main" noGrp="1"/>
          </p:cNvSpPr>
          <p:nvPr/>
        </p:nvSpPr>
        <p:spPr>
          <a:xfrm xmlns:a="http://schemas.openxmlformats.org/drawingml/2006/main">
            <a:off x="8629650" y="2019300"/>
            <a:ext cx="2628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975" b="1">
                <a:solidFill>
                  <a:srgbClr val="FD9F28"/>
                </a:solidFill>
                <a:latin typeface="NanumSquare"/>
                <a:ea typeface="NanumSquare"/>
                <a:cs typeface="NanumSquare"/>
              </a:defRPr>
            </a:pPr>
            <a:r>
              <a:rPr sz="975" b="1">
                <a:solidFill>
                  <a:srgbClr val="FD9F28"/>
                </a:solidFill>
                <a:latin typeface="NanumSquare"/>
                <a:ea typeface="NanumSquare"/>
                <a:cs typeface="NanumSquare"/>
              </a:rPr>
              <a:t>TRACE ORDER</a:t>
            </a:r>
          </a:p>
        </p:txBody>
      </p:sp>
      <p:sp>
        <p:nvSpPr>
          <p:cNvPr id="29" name="">
            <a:extLst xmlns:a="http://schemas.openxmlformats.org/drawingml/2006/main">
              <a:ext uri="{FF2B5EF4-FFF2-40B4-BE49-F238E27FC236}">
                <a16:creationId xmlns:a16="http://schemas.microsoft.com/office/drawing/2014/main" id="{A53B762E-3738-4E2D-A259-BADBD5B6A616}"/>
              </a:ext>
            </a:extLst>
          </p:cNvPr>
          <p:cNvSpPr>
            <a:spLocks xmlns:a="http://schemas.openxmlformats.org/drawingml/2006/main" noGrp="1"/>
          </p:cNvSpPr>
          <p:nvPr/>
        </p:nvSpPr>
        <p:spPr>
          <a:xfrm xmlns:a="http://schemas.openxmlformats.org/drawingml/2006/main">
            <a:off x="8658225" y="260032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009D9F85-632C-44D8-8F7C-032A311A01A5}"/>
              </a:ext>
            </a:extLst>
          </p:cNvPr>
          <p:cNvSpPr>
            <a:spLocks xmlns:a="http://schemas.openxmlformats.org/drawingml/2006/main" noGrp="1"/>
          </p:cNvSpPr>
          <p:nvPr/>
        </p:nvSpPr>
        <p:spPr>
          <a:xfrm xmlns:a="http://schemas.openxmlformats.org/drawingml/2006/main">
            <a:off x="8658225" y="26003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1</a:t>
            </a:r>
          </a:p>
        </p:txBody>
      </p:sp>
      <p:sp>
        <p:nvSpPr>
          <p:cNvPr id="31" name="">
            <a:extLst xmlns:a="http://schemas.openxmlformats.org/drawingml/2006/main">
              <a:ext uri="{FF2B5EF4-FFF2-40B4-BE49-F238E27FC236}">
                <a16:creationId xmlns:a16="http://schemas.microsoft.com/office/drawing/2014/main" id="{196704D0-E6A3-4C4E-BDBA-B25EB78756DC}"/>
              </a:ext>
            </a:extLst>
          </p:cNvPr>
          <p:cNvSpPr>
            <a:spLocks xmlns:a="http://schemas.openxmlformats.org/drawingml/2006/main" noGrp="1"/>
          </p:cNvSpPr>
          <p:nvPr/>
        </p:nvSpPr>
        <p:spPr>
          <a:xfrm xmlns:a="http://schemas.openxmlformats.org/drawingml/2006/main">
            <a:off x="9048750" y="25908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401600"/>
                </a:solidFill>
                <a:latin typeface="NanumSquare"/>
                <a:ea typeface="NanumSquare"/>
                <a:cs typeface="NanumSquare"/>
              </a:defRPr>
            </a:pPr>
            <a:r>
              <a:rPr sz="1200" b="0">
                <a:solidFill>
                  <a:srgbClr val="401600"/>
                </a:solidFill>
                <a:latin typeface="NanumSquare"/>
                <a:ea typeface="NanumSquare"/>
                <a:cs typeface="NanumSquare"/>
              </a:rPr>
              <a:t>질문 조건 해석</a:t>
            </a:r>
          </a:p>
        </p:txBody>
      </p:sp>
      <p:sp>
        <p:nvSpPr>
          <p:cNvPr id="32" name="">
            <a:extLst xmlns:a="http://schemas.openxmlformats.org/drawingml/2006/main">
              <a:ext uri="{FF2B5EF4-FFF2-40B4-BE49-F238E27FC236}">
                <a16:creationId xmlns:a16="http://schemas.microsoft.com/office/drawing/2014/main" id="{AAD10610-DA8F-4CBF-935A-219372E2415B}"/>
              </a:ext>
            </a:extLst>
          </p:cNvPr>
          <p:cNvSpPr>
            <a:spLocks xmlns:a="http://schemas.openxmlformats.org/drawingml/2006/main" noGrp="1"/>
          </p:cNvSpPr>
          <p:nvPr/>
        </p:nvSpPr>
        <p:spPr>
          <a:xfrm xmlns:a="http://schemas.openxmlformats.org/drawingml/2006/main" flipH="0" flipV="0">
            <a:off x="8782050" y="2857500"/>
            <a:ext cx="0" cy="190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33" name="">
            <a:extLst xmlns:a="http://schemas.openxmlformats.org/drawingml/2006/main">
              <a:ext uri="{FF2B5EF4-FFF2-40B4-BE49-F238E27FC236}">
                <a16:creationId xmlns:a16="http://schemas.microsoft.com/office/drawing/2014/main" id="{165130B2-91E7-4AA4-AAB2-3EBD6B33C7CD}"/>
              </a:ext>
            </a:extLst>
          </p:cNvPr>
          <p:cNvSpPr>
            <a:spLocks xmlns:a="http://schemas.openxmlformats.org/drawingml/2006/main" noGrp="1"/>
          </p:cNvSpPr>
          <p:nvPr/>
        </p:nvSpPr>
        <p:spPr>
          <a:xfrm xmlns:a="http://schemas.openxmlformats.org/drawingml/2006/main">
            <a:off x="8658225" y="3067050"/>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4670A434-D6D7-47DE-9093-659BD2C8F38C}"/>
              </a:ext>
            </a:extLst>
          </p:cNvPr>
          <p:cNvSpPr>
            <a:spLocks xmlns:a="http://schemas.openxmlformats.org/drawingml/2006/main" noGrp="1"/>
          </p:cNvSpPr>
          <p:nvPr/>
        </p:nvSpPr>
        <p:spPr>
          <a:xfrm xmlns:a="http://schemas.openxmlformats.org/drawingml/2006/main">
            <a:off x="8658225" y="30670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2</a:t>
            </a:r>
          </a:p>
        </p:txBody>
      </p:sp>
      <p:sp>
        <p:nvSpPr>
          <p:cNvPr id="35" name="">
            <a:extLst xmlns:a="http://schemas.openxmlformats.org/drawingml/2006/main">
              <a:ext uri="{FF2B5EF4-FFF2-40B4-BE49-F238E27FC236}">
                <a16:creationId xmlns:a16="http://schemas.microsoft.com/office/drawing/2014/main" id="{5EE8A1E9-4C6E-40A0-979B-D44A091A792F}"/>
              </a:ext>
            </a:extLst>
          </p:cNvPr>
          <p:cNvSpPr>
            <a:spLocks xmlns:a="http://schemas.openxmlformats.org/drawingml/2006/main" noGrp="1"/>
          </p:cNvSpPr>
          <p:nvPr/>
        </p:nvSpPr>
        <p:spPr>
          <a:xfrm xmlns:a="http://schemas.openxmlformats.org/drawingml/2006/main">
            <a:off x="9048750" y="305752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401600"/>
                </a:solidFill>
                <a:latin typeface="NanumSquare"/>
                <a:ea typeface="NanumSquare"/>
                <a:cs typeface="NanumSquare"/>
              </a:defRPr>
            </a:pPr>
            <a:r>
              <a:rPr sz="1200" b="0">
                <a:solidFill>
                  <a:srgbClr val="401600"/>
                </a:solidFill>
                <a:latin typeface="NanumSquare"/>
                <a:ea typeface="NanumSquare"/>
                <a:cs typeface="NanumSquare"/>
              </a:rPr>
              <a:t>Catalyst 탐색</a:t>
            </a:r>
          </a:p>
        </p:txBody>
      </p:sp>
      <p:sp>
        <p:nvSpPr>
          <p:cNvPr id="36" name="">
            <a:extLst xmlns:a="http://schemas.openxmlformats.org/drawingml/2006/main">
              <a:ext uri="{FF2B5EF4-FFF2-40B4-BE49-F238E27FC236}">
                <a16:creationId xmlns:a16="http://schemas.microsoft.com/office/drawing/2014/main" id="{ABC52DD2-2FEA-41DB-92F1-1EEC1B546ABC}"/>
              </a:ext>
            </a:extLst>
          </p:cNvPr>
          <p:cNvSpPr>
            <a:spLocks xmlns:a="http://schemas.openxmlformats.org/drawingml/2006/main" noGrp="1"/>
          </p:cNvSpPr>
          <p:nvPr/>
        </p:nvSpPr>
        <p:spPr>
          <a:xfrm xmlns:a="http://schemas.openxmlformats.org/drawingml/2006/main" flipH="0" flipV="0">
            <a:off x="8782050" y="3324225"/>
            <a:ext cx="0" cy="190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37" name="">
            <a:extLst xmlns:a="http://schemas.openxmlformats.org/drawingml/2006/main">
              <a:ext uri="{FF2B5EF4-FFF2-40B4-BE49-F238E27FC236}">
                <a16:creationId xmlns:a16="http://schemas.microsoft.com/office/drawing/2014/main" id="{6EE09755-341E-4618-A13E-4830759FC81D}"/>
              </a:ext>
            </a:extLst>
          </p:cNvPr>
          <p:cNvSpPr>
            <a:spLocks xmlns:a="http://schemas.openxmlformats.org/drawingml/2006/main" noGrp="1"/>
          </p:cNvSpPr>
          <p:nvPr/>
        </p:nvSpPr>
        <p:spPr>
          <a:xfrm xmlns:a="http://schemas.openxmlformats.org/drawingml/2006/main">
            <a:off x="8658225" y="353377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38" name="">
            <a:extLst xmlns:a="http://schemas.openxmlformats.org/drawingml/2006/main">
              <a:ext uri="{FF2B5EF4-FFF2-40B4-BE49-F238E27FC236}">
                <a16:creationId xmlns:a16="http://schemas.microsoft.com/office/drawing/2014/main" id="{9869D75E-80D5-4528-9999-913892293627}"/>
              </a:ext>
            </a:extLst>
          </p:cNvPr>
          <p:cNvSpPr>
            <a:spLocks xmlns:a="http://schemas.openxmlformats.org/drawingml/2006/main" noGrp="1"/>
          </p:cNvSpPr>
          <p:nvPr/>
        </p:nvSpPr>
        <p:spPr>
          <a:xfrm xmlns:a="http://schemas.openxmlformats.org/drawingml/2006/main">
            <a:off x="8658225" y="353377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3</a:t>
            </a:r>
          </a:p>
        </p:txBody>
      </p:sp>
      <p:sp>
        <p:nvSpPr>
          <p:cNvPr id="39" name="">
            <a:extLst xmlns:a="http://schemas.openxmlformats.org/drawingml/2006/main">
              <a:ext uri="{FF2B5EF4-FFF2-40B4-BE49-F238E27FC236}">
                <a16:creationId xmlns:a16="http://schemas.microsoft.com/office/drawing/2014/main" id="{BF1E03C5-37EE-49B9-A1A9-A5AF662E68CE}"/>
              </a:ext>
            </a:extLst>
          </p:cNvPr>
          <p:cNvSpPr>
            <a:spLocks xmlns:a="http://schemas.openxmlformats.org/drawingml/2006/main" noGrp="1"/>
          </p:cNvSpPr>
          <p:nvPr/>
        </p:nvSpPr>
        <p:spPr>
          <a:xfrm xmlns:a="http://schemas.openxmlformats.org/drawingml/2006/main">
            <a:off x="9048750" y="352425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401600"/>
                </a:solidFill>
                <a:latin typeface="NanumSquare"/>
                <a:ea typeface="NanumSquare"/>
                <a:cs typeface="NanumSquare"/>
              </a:defRPr>
            </a:pPr>
            <a:r>
              <a:rPr sz="1200" b="0">
                <a:solidFill>
                  <a:srgbClr val="401600"/>
                </a:solidFill>
                <a:latin typeface="NanumSquare"/>
                <a:ea typeface="NanumSquare"/>
                <a:cs typeface="NanumSquare"/>
              </a:rPr>
              <a:t>반응 Theme 연결</a:t>
            </a:r>
          </a:p>
        </p:txBody>
      </p:sp>
      <p:sp>
        <p:nvSpPr>
          <p:cNvPr id="40" name="">
            <a:extLst xmlns:a="http://schemas.openxmlformats.org/drawingml/2006/main">
              <a:ext uri="{FF2B5EF4-FFF2-40B4-BE49-F238E27FC236}">
                <a16:creationId xmlns:a16="http://schemas.microsoft.com/office/drawing/2014/main" id="{4883F4A2-BC6A-44AC-891F-22D599ED1215}"/>
              </a:ext>
            </a:extLst>
          </p:cNvPr>
          <p:cNvSpPr>
            <a:spLocks xmlns:a="http://schemas.openxmlformats.org/drawingml/2006/main" noGrp="1"/>
          </p:cNvSpPr>
          <p:nvPr/>
        </p:nvSpPr>
        <p:spPr>
          <a:xfrm xmlns:a="http://schemas.openxmlformats.org/drawingml/2006/main" flipH="0" flipV="0">
            <a:off x="8782050" y="3790950"/>
            <a:ext cx="0" cy="190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41" name="">
            <a:extLst xmlns:a="http://schemas.openxmlformats.org/drawingml/2006/main">
              <a:ext uri="{FF2B5EF4-FFF2-40B4-BE49-F238E27FC236}">
                <a16:creationId xmlns:a16="http://schemas.microsoft.com/office/drawing/2014/main" id="{C6A1CD20-2B18-4C8B-AE06-AC940C84C9CB}"/>
              </a:ext>
            </a:extLst>
          </p:cNvPr>
          <p:cNvSpPr>
            <a:spLocks xmlns:a="http://schemas.openxmlformats.org/drawingml/2006/main" noGrp="1"/>
          </p:cNvSpPr>
          <p:nvPr/>
        </p:nvSpPr>
        <p:spPr>
          <a:xfrm xmlns:a="http://schemas.openxmlformats.org/drawingml/2006/main">
            <a:off x="8658225" y="4000500"/>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2" name="">
            <a:extLst xmlns:a="http://schemas.openxmlformats.org/drawingml/2006/main">
              <a:ext uri="{FF2B5EF4-FFF2-40B4-BE49-F238E27FC236}">
                <a16:creationId xmlns:a16="http://schemas.microsoft.com/office/drawing/2014/main" id="{500BDBB7-8671-42A5-827B-4E3D1A84E892}"/>
              </a:ext>
            </a:extLst>
          </p:cNvPr>
          <p:cNvSpPr>
            <a:spLocks xmlns:a="http://schemas.openxmlformats.org/drawingml/2006/main" noGrp="1"/>
          </p:cNvSpPr>
          <p:nvPr/>
        </p:nvSpPr>
        <p:spPr>
          <a:xfrm xmlns:a="http://schemas.openxmlformats.org/drawingml/2006/main">
            <a:off x="8658225" y="400050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4</a:t>
            </a:r>
          </a:p>
        </p:txBody>
      </p:sp>
      <p:sp>
        <p:nvSpPr>
          <p:cNvPr id="43" name="">
            <a:extLst xmlns:a="http://schemas.openxmlformats.org/drawingml/2006/main">
              <a:ext uri="{FF2B5EF4-FFF2-40B4-BE49-F238E27FC236}">
                <a16:creationId xmlns:a16="http://schemas.microsoft.com/office/drawing/2014/main" id="{BC22152A-D30F-4072-91B6-88450C540A5A}"/>
              </a:ext>
            </a:extLst>
          </p:cNvPr>
          <p:cNvSpPr>
            <a:spLocks xmlns:a="http://schemas.openxmlformats.org/drawingml/2006/main" noGrp="1"/>
          </p:cNvSpPr>
          <p:nvPr/>
        </p:nvSpPr>
        <p:spPr>
          <a:xfrm xmlns:a="http://schemas.openxmlformats.org/drawingml/2006/main">
            <a:off x="9048750" y="399097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401600"/>
                </a:solidFill>
                <a:latin typeface="NanumSquare"/>
                <a:ea typeface="NanumSquare"/>
                <a:cs typeface="NanumSquare"/>
              </a:defRPr>
            </a:pPr>
            <a:r>
              <a:rPr sz="1200" b="0">
                <a:solidFill>
                  <a:srgbClr val="401600"/>
                </a:solidFill>
                <a:latin typeface="NanumSquare"/>
                <a:ea typeface="NanumSquare"/>
                <a:cs typeface="NanumSquare"/>
              </a:rPr>
              <a:t>당시 주도주 확인</a:t>
            </a:r>
          </a:p>
        </p:txBody>
      </p:sp>
      <p:sp>
        <p:nvSpPr>
          <p:cNvPr id="44" name="">
            <a:extLst xmlns:a="http://schemas.openxmlformats.org/drawingml/2006/main">
              <a:ext uri="{FF2B5EF4-FFF2-40B4-BE49-F238E27FC236}">
                <a16:creationId xmlns:a16="http://schemas.microsoft.com/office/drawing/2014/main" id="{E470C54C-9D12-43D4-9663-57D69736F7C2}"/>
              </a:ext>
            </a:extLst>
          </p:cNvPr>
          <p:cNvSpPr>
            <a:spLocks xmlns:a="http://schemas.openxmlformats.org/drawingml/2006/main" noGrp="1"/>
          </p:cNvSpPr>
          <p:nvPr/>
        </p:nvSpPr>
        <p:spPr>
          <a:xfrm xmlns:a="http://schemas.openxmlformats.org/drawingml/2006/main" flipH="0" flipV="0">
            <a:off x="8782050" y="4257675"/>
            <a:ext cx="0" cy="190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45" name="">
            <a:extLst xmlns:a="http://schemas.openxmlformats.org/drawingml/2006/main">
              <a:ext uri="{FF2B5EF4-FFF2-40B4-BE49-F238E27FC236}">
                <a16:creationId xmlns:a16="http://schemas.microsoft.com/office/drawing/2014/main" id="{BD142185-7D26-4954-A374-ACDFC43B2CB9}"/>
              </a:ext>
            </a:extLst>
          </p:cNvPr>
          <p:cNvSpPr>
            <a:spLocks xmlns:a="http://schemas.openxmlformats.org/drawingml/2006/main" noGrp="1"/>
          </p:cNvSpPr>
          <p:nvPr/>
        </p:nvSpPr>
        <p:spPr>
          <a:xfrm xmlns:a="http://schemas.openxmlformats.org/drawingml/2006/main">
            <a:off x="8658225" y="4467225"/>
            <a:ext cx="247650" cy="24765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46" name="">
            <a:extLst xmlns:a="http://schemas.openxmlformats.org/drawingml/2006/main">
              <a:ext uri="{FF2B5EF4-FFF2-40B4-BE49-F238E27FC236}">
                <a16:creationId xmlns:a16="http://schemas.microsoft.com/office/drawing/2014/main" id="{958066FD-0A96-4EFB-BD61-9681CB602A7D}"/>
              </a:ext>
            </a:extLst>
          </p:cNvPr>
          <p:cNvSpPr>
            <a:spLocks xmlns:a="http://schemas.openxmlformats.org/drawingml/2006/main" noGrp="1"/>
          </p:cNvSpPr>
          <p:nvPr/>
        </p:nvSpPr>
        <p:spPr>
          <a:xfrm xmlns:a="http://schemas.openxmlformats.org/drawingml/2006/main">
            <a:off x="8658225" y="4467225"/>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5</a:t>
            </a:r>
          </a:p>
        </p:txBody>
      </p:sp>
      <p:sp>
        <p:nvSpPr>
          <p:cNvPr id="47" name="">
            <a:extLst xmlns:a="http://schemas.openxmlformats.org/drawingml/2006/main">
              <a:ext uri="{FF2B5EF4-FFF2-40B4-BE49-F238E27FC236}">
                <a16:creationId xmlns:a16="http://schemas.microsoft.com/office/drawing/2014/main" id="{7B625825-826D-4CFE-A3EB-08AED9EED9E4}"/>
              </a:ext>
            </a:extLst>
          </p:cNvPr>
          <p:cNvSpPr>
            <a:spLocks xmlns:a="http://schemas.openxmlformats.org/drawingml/2006/main" noGrp="1"/>
          </p:cNvSpPr>
          <p:nvPr/>
        </p:nvSpPr>
        <p:spPr>
          <a:xfrm xmlns:a="http://schemas.openxmlformats.org/drawingml/2006/main">
            <a:off x="9048750" y="4457700"/>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0">
                <a:solidFill>
                  <a:srgbClr val="401600"/>
                </a:solidFill>
                <a:latin typeface="NanumSquare"/>
                <a:ea typeface="NanumSquare"/>
                <a:cs typeface="NanumSquare"/>
              </a:defRPr>
            </a:pPr>
            <a:r>
              <a:rPr sz="1200" b="0">
                <a:solidFill>
                  <a:srgbClr val="401600"/>
                </a:solidFill>
                <a:latin typeface="NanumSquare"/>
                <a:ea typeface="NanumSquare"/>
                <a:cs typeface="NanumSquare"/>
              </a:rPr>
              <a:t>가격 결과 계산</a:t>
            </a:r>
          </a:p>
        </p:txBody>
      </p:sp>
      <p:sp>
        <p:nvSpPr>
          <p:cNvPr id="48" name="">
            <a:extLst xmlns:a="http://schemas.openxmlformats.org/drawingml/2006/main">
              <a:ext uri="{FF2B5EF4-FFF2-40B4-BE49-F238E27FC236}">
                <a16:creationId xmlns:a16="http://schemas.microsoft.com/office/drawing/2014/main" id="{DC1E54D1-77F0-4D05-8C5C-DEC78135464D}"/>
              </a:ext>
            </a:extLst>
          </p:cNvPr>
          <p:cNvSpPr>
            <a:spLocks xmlns:a="http://schemas.openxmlformats.org/drawingml/2006/main" noGrp="1"/>
          </p:cNvSpPr>
          <p:nvPr/>
        </p:nvSpPr>
        <p:spPr>
          <a:xfrm xmlns:a="http://schemas.openxmlformats.org/drawingml/2006/main" flipH="0" flipV="0">
            <a:off x="8782050" y="4724400"/>
            <a:ext cx="0" cy="190500"/>
          </a:xfrm>
          <a:prstGeom xmlns:a="http://schemas.openxmlformats.org/drawingml/2006/main" prst="line">
            <a:avLst/>
          </a:prstGeom>
          <a:noFill xmlns:a="http://schemas.openxmlformats.org/drawingml/2006/main"/>
          <a:ln xmlns:a="http://schemas.openxmlformats.org/drawingml/2006/main" w="19050">
            <a:solidFill>
              <a:srgbClr val="FD9F28"/>
            </a:solidFill>
            <a:prstDash val="solid"/>
          </a:ln>
        </p:spPr>
      </p:sp>
      <p:sp>
        <p:nvSpPr>
          <p:cNvPr id="49" name="">
            <a:extLst xmlns:a="http://schemas.openxmlformats.org/drawingml/2006/main">
              <a:ext uri="{FF2B5EF4-FFF2-40B4-BE49-F238E27FC236}">
                <a16:creationId xmlns:a16="http://schemas.microsoft.com/office/drawing/2014/main" id="{87AAC6CB-E655-4DCC-A3AD-96400B82CD51}"/>
              </a:ext>
            </a:extLst>
          </p:cNvPr>
          <p:cNvSpPr>
            <a:spLocks xmlns:a="http://schemas.openxmlformats.org/drawingml/2006/main" noGrp="1"/>
          </p:cNvSpPr>
          <p:nvPr/>
        </p:nvSpPr>
        <p:spPr>
          <a:xfrm xmlns:a="http://schemas.openxmlformats.org/drawingml/2006/main">
            <a:off x="8658225" y="4933950"/>
            <a:ext cx="247650" cy="24765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50" name="">
            <a:extLst xmlns:a="http://schemas.openxmlformats.org/drawingml/2006/main">
              <a:ext uri="{FF2B5EF4-FFF2-40B4-BE49-F238E27FC236}">
                <a16:creationId xmlns:a16="http://schemas.microsoft.com/office/drawing/2014/main" id="{C9F531D1-ED02-433D-A114-758B60E03EF4}"/>
              </a:ext>
            </a:extLst>
          </p:cNvPr>
          <p:cNvSpPr>
            <a:spLocks xmlns:a="http://schemas.openxmlformats.org/drawingml/2006/main" noGrp="1"/>
          </p:cNvSpPr>
          <p:nvPr/>
        </p:nvSpPr>
        <p:spPr>
          <a:xfrm xmlns:a="http://schemas.openxmlformats.org/drawingml/2006/main">
            <a:off x="8658225" y="4933950"/>
            <a:ext cx="2476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750" b="1">
                <a:solidFill>
                  <a:srgbClr val="FFFFFF"/>
                </a:solidFill>
                <a:latin typeface="NanumSquare"/>
                <a:ea typeface="NanumSquare"/>
                <a:cs typeface="NanumSquare"/>
              </a:defRPr>
            </a:pPr>
            <a:r>
              <a:rPr sz="750" b="1">
                <a:solidFill>
                  <a:srgbClr val="FFFFFF"/>
                </a:solidFill>
                <a:latin typeface="NanumSquare"/>
                <a:ea typeface="NanumSquare"/>
                <a:cs typeface="NanumSquare"/>
              </a:rPr>
              <a:t>6</a:t>
            </a:r>
          </a:p>
        </p:txBody>
      </p:sp>
      <p:sp>
        <p:nvSpPr>
          <p:cNvPr id="51" name="">
            <a:extLst xmlns:a="http://schemas.openxmlformats.org/drawingml/2006/main">
              <a:ext uri="{FF2B5EF4-FFF2-40B4-BE49-F238E27FC236}">
                <a16:creationId xmlns:a16="http://schemas.microsoft.com/office/drawing/2014/main" id="{9B604DE9-4BE2-445C-8F8E-A5076E11AA89}"/>
              </a:ext>
            </a:extLst>
          </p:cNvPr>
          <p:cNvSpPr>
            <a:spLocks xmlns:a="http://schemas.openxmlformats.org/drawingml/2006/main" noGrp="1"/>
          </p:cNvSpPr>
          <p:nvPr/>
        </p:nvSpPr>
        <p:spPr>
          <a:xfrm xmlns:a="http://schemas.openxmlformats.org/drawingml/2006/main">
            <a:off x="9048750" y="4924425"/>
            <a:ext cx="20764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원문 근거 검증</a:t>
            </a:r>
          </a:p>
        </p:txBody>
      </p:sp>
      <p:sp>
        <p:nvSpPr>
          <p:cNvPr id="52" name="">
            <a:extLst xmlns:a="http://schemas.openxmlformats.org/drawingml/2006/main">
              <a:ext uri="{FF2B5EF4-FFF2-40B4-BE49-F238E27FC236}">
                <a16:creationId xmlns:a16="http://schemas.microsoft.com/office/drawing/2014/main" id="{8C0D3290-C31B-4C4D-8BEF-14FAC7ECF877}"/>
              </a:ext>
            </a:extLst>
          </p:cNvPr>
          <p:cNvSpPr>
            <a:spLocks xmlns:a="http://schemas.openxmlformats.org/drawingml/2006/main" noGrp="1"/>
          </p:cNvSpPr>
          <p:nvPr/>
        </p:nvSpPr>
        <p:spPr>
          <a:xfrm xmlns:a="http://schemas.openxmlformats.org/drawingml/2006/main">
            <a:off x="1066800" y="5953125"/>
            <a:ext cx="10058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200" b="1">
                <a:solidFill>
                  <a:srgbClr val="401600"/>
                </a:solidFill>
                <a:latin typeface="NanumSquare"/>
                <a:ea typeface="NanumSquare"/>
                <a:cs typeface="NanumSquare"/>
              </a:defRPr>
            </a:pPr>
            <a:r>
              <a:rPr sz="1200" b="1">
                <a:solidFill>
                  <a:srgbClr val="401600"/>
                </a:solidFill>
                <a:latin typeface="NanumSquare"/>
                <a:ea typeface="NanumSquare"/>
                <a:cs typeface="NanumSquare"/>
              </a:rPr>
              <a:t>영상 재생 전 질문을 읽고 → 재생 중에는 설명 없이 경로 변화에 집중</a:t>
            </a:r>
          </a:p>
        </p:txBody>
      </p:sp>
      <p:sp>
        <p:nvSpPr>
          <p:cNvPr id="53" name="">
            <a:extLst xmlns:a="http://schemas.openxmlformats.org/drawingml/2006/main">
              <a:ext uri="{FF2B5EF4-FFF2-40B4-BE49-F238E27FC236}">
                <a16:creationId xmlns:a16="http://schemas.microsoft.com/office/drawing/2014/main" id="{87E26391-82F1-4214-A41C-9F734DC37C55}"/>
              </a:ext>
            </a:extLst>
          </p:cNvPr>
          <p:cNvSpPr>
            <a:spLocks xmlns:a="http://schemas.openxmlformats.org/drawingml/2006/main" noGrp="1"/>
          </p:cNvSpPr>
          <p:nvPr/>
        </p:nvSpPr>
        <p:spPr>
          <a:xfrm xmlns:a="http://schemas.openxmlformats.org/drawingml/2006/main" flipH="0" flipV="0">
            <a:off x="647700" y="6515100"/>
            <a:ext cx="10896600" cy="0"/>
          </a:xfrm>
          <a:prstGeom xmlns:a="http://schemas.openxmlformats.org/drawingml/2006/main" prst="line">
            <a:avLst/>
          </a:prstGeom>
          <a:noFill xmlns:a="http://schemas.openxmlformats.org/drawingml/2006/main"/>
          <a:ln xmlns:a="http://schemas.openxmlformats.org/drawingml/2006/main" w="19050">
            <a:solidFill>
              <a:srgbClr val="EEEEEE"/>
            </a:solidFill>
            <a:prstDash val="solid"/>
          </a:ln>
        </p:spPr>
      </p:sp>
      <p:sp>
        <p:nvSpPr>
          <p:cNvPr id="54" name="">
            <a:extLst xmlns:a="http://schemas.openxmlformats.org/drawingml/2006/main">
              <a:ext uri="{FF2B5EF4-FFF2-40B4-BE49-F238E27FC236}">
                <a16:creationId xmlns:a16="http://schemas.microsoft.com/office/drawing/2014/main" id="{1981BF3D-26D4-4E35-82B5-A6601CD18D7C}"/>
              </a:ext>
            </a:extLst>
          </p:cNvPr>
          <p:cNvSpPr>
            <a:spLocks xmlns:a="http://schemas.openxmlformats.org/drawingml/2006/main" noGrp="1"/>
          </p:cNvSpPr>
          <p:nvPr/>
        </p:nvSpPr>
        <p:spPr>
          <a:xfrm xmlns:a="http://schemas.openxmlformats.org/drawingml/2006/main">
            <a:off x="647700" y="6553200"/>
            <a:ext cx="2286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825" b="1">
                <a:solidFill>
                  <a:srgbClr val="401600"/>
                </a:solidFill>
                <a:latin typeface="NanumSquare"/>
                <a:ea typeface="NanumSquare"/>
                <a:cs typeface="NanumSquare"/>
              </a:defRPr>
            </a:pPr>
            <a:r>
              <a:rPr sz="825" b="1">
                <a:solidFill>
                  <a:srgbClr val="401600"/>
                </a:solidFill>
                <a:latin typeface="NanumSquare"/>
                <a:ea typeface="NanumSquare"/>
                <a:cs typeface="NanumSquare"/>
              </a:rPr>
              <a:t>DAY-JA-VIEW</a:t>
            </a:r>
          </a:p>
        </p:txBody>
      </p:sp>
    </p:spTree>
    <p:extLst>
      <p:ext uri="{BB962C8B-B14F-4D97-AF65-F5344CB8AC3E}">
        <p14:creationId xmlns:p14="http://schemas.microsoft.com/office/powerpoint/2010/main" val="126847144"/>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D142F162-4FD3-408F-967B-CCB5E04774CD}"/>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22B61EC-0158-49B9-8919-763F7CEB06AF}"/>
              </a:ext>
            </a:extLst>
          </p:cNvPr>
          <p:cNvSpPr>
            <a:spLocks xmlns:a="http://schemas.openxmlformats.org/drawingml/2006/main" noGrp="1"/>
          </p:cNvSpPr>
          <p:nvPr/>
        </p:nvSpPr>
        <p:spPr>
          <a:xfrm xmlns:a="http://schemas.openxmlformats.org/drawingml/2006/main">
            <a:off x="0" y="0"/>
            <a:ext cx="228600" cy="6858000"/>
          </a:xfrm>
          <a:prstGeom xmlns:a="http://schemas.openxmlformats.org/drawingml/2006/main" prst="rect">
            <a:avLst/>
          </a:prstGeom>
          <a:solidFill xmlns:a="http://schemas.openxmlformats.org/drawingml/2006/main">
            <a:srgbClr val="FD9F28"/>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E63F7F0F-1474-4822-B2AE-66A0DB66CDB6}"/>
              </a:ext>
            </a:extLst>
          </p:cNvPr>
          <p:cNvSpPr>
            <a:spLocks xmlns:a="http://schemas.openxmlformats.org/drawingml/2006/main" noGrp="1"/>
          </p:cNvSpPr>
          <p:nvPr/>
        </p:nvSpPr>
        <p:spPr>
          <a:xfrm xmlns:a="http://schemas.openxmlformats.org/drawingml/2006/main">
            <a:off x="685800" y="628650"/>
            <a:ext cx="209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l">
              <a:lnSpc>
                <a:spcPct val="112000"/>
              </a:lnSpc>
              <a:buNone/>
              <a:defRPr sz="1125" b="1">
                <a:solidFill>
                  <a:srgbClr val="FD9F28"/>
                </a:solidFill>
                <a:latin typeface="NanumSquare"/>
                <a:ea typeface="NanumSquare"/>
                <a:cs typeface="NanumSquare"/>
              </a:defRPr>
            </a:pPr>
            <a:r>
              <a:rPr sz="1125" b="1">
                <a:solidFill>
                  <a:srgbClr val="FD9F28"/>
                </a:solidFill>
                <a:latin typeface="NanumSquare"/>
                <a:ea typeface="NanumSquare"/>
                <a:cs typeface="NanumSquare"/>
              </a:rPr>
              <a:t>EXPLAINABLE AI</a:t>
            </a:r>
          </a:p>
        </p:txBody>
      </p:sp>
      <p:sp>
        <p:nvSpPr>
          <p:cNvPr id="4" name="">
            <a:extLst xmlns:a="http://schemas.openxmlformats.org/drawingml/2006/main">
              <a:ext uri="{FF2B5EF4-FFF2-40B4-BE49-F238E27FC236}">
                <a16:creationId xmlns:a16="http://schemas.microsoft.com/office/drawing/2014/main" id="{A9A0DC15-F539-4AE8-8B5B-4DEDC3B7DDCB}"/>
              </a:ext>
            </a:extLst>
          </p:cNvPr>
          <p:cNvSpPr>
            <a:spLocks xmlns:a="http://schemas.openxmlformats.org/drawingml/2006/main" noGrp="1"/>
          </p:cNvSpPr>
          <p:nvPr/>
        </p:nvSpPr>
        <p:spPr>
          <a:xfrm xmlns:a="http://schemas.openxmlformats.org/drawingml/2006/main">
            <a:off x="685800" y="1371600"/>
            <a:ext cx="7524750"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81989"/>
          </a:bodyPr>
          <a:lstStyle xmlns:a="http://schemas.openxmlformats.org/drawingml/2006/main"/>
          <a:p xmlns:a="http://schemas.openxmlformats.org/drawingml/2006/main">
            <a:pPr algn="l">
              <a:lnSpc>
                <a:spcPct val="129167"/>
              </a:lnSpc>
              <a:buNone/>
              <a:defRPr sz="3600" b="1">
                <a:solidFill>
                  <a:srgbClr val="401600"/>
                </a:solidFill>
                <a:latin typeface="NanumSquare"/>
                <a:ea typeface="NanumSquare"/>
                <a:cs typeface="NanumSquare"/>
              </a:defRPr>
            </a:pPr>
            <a:r>
              <a:rPr sz="3600" b="1">
                <a:solidFill>
                  <a:srgbClr val="401600"/>
                </a:solidFill>
                <a:latin typeface="NanumSquare"/>
                <a:ea typeface="NanumSquare"/>
                <a:cs typeface="NanumSquare"/>
              </a:rPr>
              <a:t>무엇을 답했는가보다,</a:t>
            </a:r>
          </a:p>
          <a:p xmlns:a="http://schemas.openxmlformats.org/drawingml/2006/main">
            <a:pPr algn="l">
              <a:lnSpc>
                <a:spcPct val="129167"/>
              </a:lnSpc>
              <a:buNone/>
              <a:defRPr sz="3600" b="1">
                <a:solidFill>
                  <a:srgbClr val="401600"/>
                </a:solidFill>
                <a:latin typeface="NanumSquare"/>
                <a:ea typeface="NanumSquare"/>
                <a:cs typeface="NanumSquare"/>
              </a:defRPr>
            </a:pPr>
            <a:r>
              <a:rPr sz="3600" b="1">
                <a:solidFill>
                  <a:srgbClr val="401600"/>
                </a:solidFill>
                <a:latin typeface="NanumSquare"/>
                <a:ea typeface="NanumSquare"/>
                <a:cs typeface="NanumSquare"/>
              </a:rPr>
              <a:t>왜 그 답이 나왔는가까지</a:t>
            </a:r>
          </a:p>
        </p:txBody>
      </p:sp>
      <p:sp>
        <p:nvSpPr>
          <p:cNvPr id="5" name="">
            <a:extLst xmlns:a="http://schemas.openxmlformats.org/drawingml/2006/main">
              <a:ext uri="{FF2B5EF4-FFF2-40B4-BE49-F238E27FC236}">
                <a16:creationId xmlns:a16="http://schemas.microsoft.com/office/drawing/2014/main" id="{E2B2D2C8-F779-48CA-B573-12A236C37260}"/>
              </a:ext>
            </a:extLst>
          </p:cNvPr>
          <p:cNvSpPr>
            <a:spLocks xmlns:a="http://schemas.openxmlformats.org/drawingml/2006/main" noGrp="1"/>
          </p:cNvSpPr>
          <p:nvPr/>
        </p:nvSpPr>
        <p:spPr>
          <a:xfrm xmlns:a="http://schemas.openxmlformats.org/drawingml/2006/main">
            <a:off x="685800" y="2819400"/>
            <a:ext cx="6953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85784"/>
          </a:bodyPr>
          <a:lstStyle xmlns:a="http://schemas.openxmlformats.org/drawingml/2006/main"/>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DAY-JA-VIEW는 질문 해석부터 사건 선택,</a:t>
            </a:r>
          </a:p>
          <a:p xmlns:a="http://schemas.openxmlformats.org/drawingml/2006/main">
            <a:pPr algn="l">
              <a:lnSpc>
                <a:spcPct val="147826"/>
              </a:lnSpc>
              <a:buNone/>
              <a:defRPr sz="1725" b="0">
                <a:solidFill>
                  <a:srgbClr val="000000"/>
                </a:solidFill>
                <a:latin typeface="NanumSquare"/>
                <a:ea typeface="NanumSquare"/>
                <a:cs typeface="NanumSquare"/>
              </a:defRPr>
            </a:pPr>
            <a:r>
              <a:rPr sz="1725" b="0">
                <a:solidFill>
                  <a:srgbClr val="000000"/>
                </a:solidFill>
                <a:latin typeface="NanumSquare"/>
                <a:ea typeface="NanumSquare"/>
                <a:cs typeface="NanumSquare"/>
              </a:rPr>
              <a:t>가격 결과와 원문 근거까지 처리 경로를 보여줍니다.</a:t>
            </a:r>
          </a:p>
        </p:txBody>
      </p:sp>
      <p:sp>
        <p:nvSpPr>
          <p:cNvPr id="6" name="">
            <a:extLst xmlns:a="http://schemas.openxmlformats.org/drawingml/2006/main">
              <a:ext uri="{FF2B5EF4-FFF2-40B4-BE49-F238E27FC236}">
                <a16:creationId xmlns:a16="http://schemas.microsoft.com/office/drawing/2014/main" id="{6AD61730-BBD1-4960-8E6F-33ACF18E3FAA}"/>
              </a:ext>
            </a:extLst>
          </p:cNvPr>
          <p:cNvSpPr>
            <a:spLocks xmlns:a="http://schemas.openxmlformats.org/drawingml/2006/main" noGrp="1"/>
          </p:cNvSpPr>
          <p:nvPr/>
        </p:nvSpPr>
        <p:spPr>
          <a:xfrm xmlns:a="http://schemas.openxmlformats.org/drawingml/2006/main" flipH="0" flipV="0">
            <a:off x="1219200" y="4629150"/>
            <a:ext cx="9220200" cy="0"/>
          </a:xfrm>
          <a:prstGeom xmlns:a="http://schemas.openxmlformats.org/drawingml/2006/main" prst="line">
            <a:avLst/>
          </a:prstGeom>
          <a:noFill xmlns:a="http://schemas.openxmlformats.org/drawingml/2006/main"/>
          <a:ln xmlns:a="http://schemas.openxmlformats.org/drawingml/2006/main" w="38100">
            <a:solidFill>
              <a:srgbClr val="FD9F28"/>
            </a:solidFill>
            <a:prstDash val="solid"/>
          </a:ln>
        </p:spPr>
      </p:sp>
      <p:sp>
        <p:nvSpPr>
          <p:cNvPr id="7" name="">
            <a:extLst xmlns:a="http://schemas.openxmlformats.org/drawingml/2006/main">
              <a:ext uri="{FF2B5EF4-FFF2-40B4-BE49-F238E27FC236}">
                <a16:creationId xmlns:a16="http://schemas.microsoft.com/office/drawing/2014/main" id="{227C754D-CC16-4D20-A2BB-70E2E5F7B21B}"/>
              </a:ext>
            </a:extLst>
          </p:cNvPr>
          <p:cNvSpPr>
            <a:spLocks xmlns:a="http://schemas.openxmlformats.org/drawingml/2006/main" noGrp="1"/>
          </p:cNvSpPr>
          <p:nvPr/>
        </p:nvSpPr>
        <p:spPr>
          <a:xfrm xmlns:a="http://schemas.openxmlformats.org/drawingml/2006/main">
            <a:off x="933450" y="4343400"/>
            <a:ext cx="571500" cy="571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0447FBE2-E236-4DF4-96E3-3201D7B5746A}"/>
              </a:ext>
            </a:extLst>
          </p:cNvPr>
          <p:cNvSpPr>
            <a:spLocks xmlns:a="http://schemas.openxmlformats.org/drawingml/2006/main" noGrp="1"/>
          </p:cNvSpPr>
          <p:nvPr/>
        </p:nvSpPr>
        <p:spPr>
          <a:xfrm xmlns:a="http://schemas.openxmlformats.org/drawingml/2006/main">
            <a:off x="781050" y="4248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01</a:t>
            </a:r>
          </a:p>
        </p:txBody>
      </p:sp>
      <p:sp>
        <p:nvSpPr>
          <p:cNvPr id="9" name="">
            <a:extLst xmlns:a="http://schemas.openxmlformats.org/drawingml/2006/main">
              <a:ext uri="{FF2B5EF4-FFF2-40B4-BE49-F238E27FC236}">
                <a16:creationId xmlns:a16="http://schemas.microsoft.com/office/drawing/2014/main" id="{DD5DDD7C-0714-4E31-9733-0DBA56A712FB}"/>
              </a:ext>
            </a:extLst>
          </p:cNvPr>
          <p:cNvSpPr>
            <a:spLocks xmlns:a="http://schemas.openxmlformats.org/drawingml/2006/main" noGrp="1"/>
          </p:cNvSpPr>
          <p:nvPr/>
        </p:nvSpPr>
        <p:spPr>
          <a:xfrm xmlns:a="http://schemas.openxmlformats.org/drawingml/2006/main">
            <a:off x="342900" y="50673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질문</a:t>
            </a:r>
          </a:p>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조건</a:t>
            </a:r>
          </a:p>
        </p:txBody>
      </p:sp>
      <p:sp>
        <p:nvSpPr>
          <p:cNvPr id="10" name="">
            <a:extLst xmlns:a="http://schemas.openxmlformats.org/drawingml/2006/main">
              <a:ext uri="{FF2B5EF4-FFF2-40B4-BE49-F238E27FC236}">
                <a16:creationId xmlns:a16="http://schemas.microsoft.com/office/drawing/2014/main" id="{37293578-8C1A-43FA-A45D-CA99AF5C8F78}"/>
              </a:ext>
            </a:extLst>
          </p:cNvPr>
          <p:cNvSpPr>
            <a:spLocks xmlns:a="http://schemas.openxmlformats.org/drawingml/2006/main" noGrp="1"/>
          </p:cNvSpPr>
          <p:nvPr/>
        </p:nvSpPr>
        <p:spPr>
          <a:xfrm xmlns:a="http://schemas.openxmlformats.org/drawingml/2006/main">
            <a:off x="3238500" y="4343400"/>
            <a:ext cx="571500" cy="571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ED28F5E-1391-4AEC-BBC3-E0F219AD3898}"/>
              </a:ext>
            </a:extLst>
          </p:cNvPr>
          <p:cNvSpPr>
            <a:spLocks xmlns:a="http://schemas.openxmlformats.org/drawingml/2006/main" noGrp="1"/>
          </p:cNvSpPr>
          <p:nvPr/>
        </p:nvSpPr>
        <p:spPr>
          <a:xfrm xmlns:a="http://schemas.openxmlformats.org/drawingml/2006/main">
            <a:off x="3086100" y="4248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02</a:t>
            </a:r>
          </a:p>
        </p:txBody>
      </p:sp>
      <p:sp>
        <p:nvSpPr>
          <p:cNvPr id="12" name="">
            <a:extLst xmlns:a="http://schemas.openxmlformats.org/drawingml/2006/main">
              <a:ext uri="{FF2B5EF4-FFF2-40B4-BE49-F238E27FC236}">
                <a16:creationId xmlns:a16="http://schemas.microsoft.com/office/drawing/2014/main" id="{0D63A299-024F-46A6-A602-EB077D32B130}"/>
              </a:ext>
            </a:extLst>
          </p:cNvPr>
          <p:cNvSpPr>
            <a:spLocks xmlns:a="http://schemas.openxmlformats.org/drawingml/2006/main" noGrp="1"/>
          </p:cNvSpPr>
          <p:nvPr/>
        </p:nvSpPr>
        <p:spPr>
          <a:xfrm xmlns:a="http://schemas.openxmlformats.org/drawingml/2006/main">
            <a:off x="2647950" y="50673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Catalyst</a:t>
            </a:r>
          </a:p>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사건</a:t>
            </a:r>
          </a:p>
        </p:txBody>
      </p:sp>
      <p:sp>
        <p:nvSpPr>
          <p:cNvPr id="13" name="">
            <a:extLst xmlns:a="http://schemas.openxmlformats.org/drawingml/2006/main">
              <a:ext uri="{FF2B5EF4-FFF2-40B4-BE49-F238E27FC236}">
                <a16:creationId xmlns:a16="http://schemas.microsoft.com/office/drawing/2014/main" id="{1D37AFD0-AC83-4EBD-B315-D2B72D135B8E}"/>
              </a:ext>
            </a:extLst>
          </p:cNvPr>
          <p:cNvSpPr>
            <a:spLocks xmlns:a="http://schemas.openxmlformats.org/drawingml/2006/main" noGrp="1"/>
          </p:cNvSpPr>
          <p:nvPr/>
        </p:nvSpPr>
        <p:spPr>
          <a:xfrm xmlns:a="http://schemas.openxmlformats.org/drawingml/2006/main">
            <a:off x="5543550" y="4343400"/>
            <a:ext cx="571500" cy="571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3F9782DF-9F2F-4626-88F3-3395EFC21ED1}"/>
              </a:ext>
            </a:extLst>
          </p:cNvPr>
          <p:cNvSpPr>
            <a:spLocks xmlns:a="http://schemas.openxmlformats.org/drawingml/2006/main" noGrp="1"/>
          </p:cNvSpPr>
          <p:nvPr/>
        </p:nvSpPr>
        <p:spPr>
          <a:xfrm xmlns:a="http://schemas.openxmlformats.org/drawingml/2006/main">
            <a:off x="5391150" y="4248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03</a:t>
            </a:r>
          </a:p>
        </p:txBody>
      </p:sp>
      <p:sp>
        <p:nvSpPr>
          <p:cNvPr id="15" name="">
            <a:extLst xmlns:a="http://schemas.openxmlformats.org/drawingml/2006/main">
              <a:ext uri="{FF2B5EF4-FFF2-40B4-BE49-F238E27FC236}">
                <a16:creationId xmlns:a16="http://schemas.microsoft.com/office/drawing/2014/main" id="{EACBCBDA-15E0-4312-B571-014FC4C828EC}"/>
              </a:ext>
            </a:extLst>
          </p:cNvPr>
          <p:cNvSpPr>
            <a:spLocks xmlns:a="http://schemas.openxmlformats.org/drawingml/2006/main" noGrp="1"/>
          </p:cNvSpPr>
          <p:nvPr/>
        </p:nvSpPr>
        <p:spPr>
          <a:xfrm xmlns:a="http://schemas.openxmlformats.org/drawingml/2006/main">
            <a:off x="4953000" y="50673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Theme</a:t>
            </a:r>
          </a:p>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반응</a:t>
            </a:r>
          </a:p>
        </p:txBody>
      </p:sp>
      <p:sp>
        <p:nvSpPr>
          <p:cNvPr id="16" name="">
            <a:extLst xmlns:a="http://schemas.openxmlformats.org/drawingml/2006/main">
              <a:ext uri="{FF2B5EF4-FFF2-40B4-BE49-F238E27FC236}">
                <a16:creationId xmlns:a16="http://schemas.microsoft.com/office/drawing/2014/main" id="{ED1C6C6F-B89E-4C4F-9586-E84F1E96E9BB}"/>
              </a:ext>
            </a:extLst>
          </p:cNvPr>
          <p:cNvSpPr>
            <a:spLocks xmlns:a="http://schemas.openxmlformats.org/drawingml/2006/main" noGrp="1"/>
          </p:cNvSpPr>
          <p:nvPr/>
        </p:nvSpPr>
        <p:spPr>
          <a:xfrm xmlns:a="http://schemas.openxmlformats.org/drawingml/2006/main">
            <a:off x="7848600" y="4343400"/>
            <a:ext cx="571500" cy="571500"/>
          </a:xfrm>
          <a:prstGeom xmlns:a="http://schemas.openxmlformats.org/drawingml/2006/main" prst="ellipse">
            <a:avLst/>
          </a:prstGeom>
          <a:solidFill xmlns:a="http://schemas.openxmlformats.org/drawingml/2006/main">
            <a:srgbClr val="FD9F28"/>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2FC4996-5335-4651-B914-5C7CEBBFE571}"/>
              </a:ext>
            </a:extLst>
          </p:cNvPr>
          <p:cNvSpPr>
            <a:spLocks xmlns:a="http://schemas.openxmlformats.org/drawingml/2006/main" noGrp="1"/>
          </p:cNvSpPr>
          <p:nvPr/>
        </p:nvSpPr>
        <p:spPr>
          <a:xfrm xmlns:a="http://schemas.openxmlformats.org/drawingml/2006/main">
            <a:off x="7696200" y="4248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04</a:t>
            </a:r>
          </a:p>
        </p:txBody>
      </p:sp>
      <p:sp>
        <p:nvSpPr>
          <p:cNvPr id="18" name="">
            <a:extLst xmlns:a="http://schemas.openxmlformats.org/drawingml/2006/main">
              <a:ext uri="{FF2B5EF4-FFF2-40B4-BE49-F238E27FC236}">
                <a16:creationId xmlns:a16="http://schemas.microsoft.com/office/drawing/2014/main" id="{B1DB8C8D-F241-476E-BF3F-493A4FE1D49C}"/>
              </a:ext>
            </a:extLst>
          </p:cNvPr>
          <p:cNvSpPr>
            <a:spLocks xmlns:a="http://schemas.openxmlformats.org/drawingml/2006/main" noGrp="1"/>
          </p:cNvSpPr>
          <p:nvPr/>
        </p:nvSpPr>
        <p:spPr>
          <a:xfrm xmlns:a="http://schemas.openxmlformats.org/drawingml/2006/main">
            <a:off x="7258050" y="50673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Outcome</a:t>
            </a:r>
          </a:p>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가격</a:t>
            </a:r>
          </a:p>
        </p:txBody>
      </p:sp>
      <p:sp>
        <p:nvSpPr>
          <p:cNvPr id="19" name="">
            <a:extLst xmlns:a="http://schemas.openxmlformats.org/drawingml/2006/main">
              <a:ext uri="{FF2B5EF4-FFF2-40B4-BE49-F238E27FC236}">
                <a16:creationId xmlns:a16="http://schemas.microsoft.com/office/drawing/2014/main" id="{D4F8A62D-3C91-47C9-98ED-E382B55CC8CC}"/>
              </a:ext>
            </a:extLst>
          </p:cNvPr>
          <p:cNvSpPr>
            <a:spLocks xmlns:a="http://schemas.openxmlformats.org/drawingml/2006/main" noGrp="1"/>
          </p:cNvSpPr>
          <p:nvPr/>
        </p:nvSpPr>
        <p:spPr>
          <a:xfrm xmlns:a="http://schemas.openxmlformats.org/drawingml/2006/main">
            <a:off x="10153650" y="4343400"/>
            <a:ext cx="571500" cy="571500"/>
          </a:xfrm>
          <a:prstGeom xmlns:a="http://schemas.openxmlformats.org/drawingml/2006/main" prst="ellipse">
            <a:avLst/>
          </a:prstGeom>
          <a:solidFill xmlns:a="http://schemas.openxmlformats.org/drawingml/2006/main">
            <a:srgbClr val="401600"/>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9FE7578-0A3C-43AD-932D-0116974A7178}"/>
              </a:ext>
            </a:extLst>
          </p:cNvPr>
          <p:cNvSpPr>
            <a:spLocks xmlns:a="http://schemas.openxmlformats.org/drawingml/2006/main" noGrp="1"/>
          </p:cNvSpPr>
          <p:nvPr/>
        </p:nvSpPr>
        <p:spPr>
          <a:xfrm xmlns:a="http://schemas.openxmlformats.org/drawingml/2006/main">
            <a:off x="10001250" y="4248150"/>
            <a:ext cx="876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900" b="1">
                <a:solidFill>
                  <a:srgbClr val="401600"/>
                </a:solidFill>
                <a:latin typeface="NanumSquare"/>
                <a:ea typeface="NanumSquare"/>
                <a:cs typeface="NanumSquare"/>
              </a:defRPr>
            </a:pPr>
            <a:r>
              <a:rPr sz="900" b="1">
                <a:solidFill>
                  <a:srgbClr val="401600"/>
                </a:solidFill>
                <a:latin typeface="NanumSquare"/>
                <a:ea typeface="NanumSquare"/>
                <a:cs typeface="NanumSquare"/>
              </a:rPr>
              <a:t>05</a:t>
            </a:r>
          </a:p>
        </p:txBody>
      </p:sp>
      <p:sp>
        <p:nvSpPr>
          <p:cNvPr id="21" name="">
            <a:extLst xmlns:a="http://schemas.openxmlformats.org/drawingml/2006/main">
              <a:ext uri="{FF2B5EF4-FFF2-40B4-BE49-F238E27FC236}">
                <a16:creationId xmlns:a16="http://schemas.microsoft.com/office/drawing/2014/main" id="{DB4B59A8-E4D7-4C8C-8783-21480B220610}"/>
              </a:ext>
            </a:extLst>
          </p:cNvPr>
          <p:cNvSpPr>
            <a:spLocks xmlns:a="http://schemas.openxmlformats.org/drawingml/2006/main" noGrp="1"/>
          </p:cNvSpPr>
          <p:nvPr/>
        </p:nvSpPr>
        <p:spPr>
          <a:xfrm xmlns:a="http://schemas.openxmlformats.org/drawingml/2006/main">
            <a:off x="9563100" y="5067300"/>
            <a:ext cx="17526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rmAutofit fontScale="96667"/>
          </a:bodyPr>
          <a:lstStyle xmlns:a="http://schemas.openxmlformats.org/drawingml/2006/main"/>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Evidence</a:t>
            </a:r>
          </a:p>
          <a:p xmlns:a="http://schemas.openxmlformats.org/drawingml/2006/main">
            <a:pPr algn="ctr">
              <a:lnSpc>
                <a:spcPct val="147059"/>
              </a:lnSpc>
              <a:buNone/>
              <a:defRPr sz="1275" b="1">
                <a:solidFill>
                  <a:srgbClr val="401600"/>
                </a:solidFill>
                <a:latin typeface="NanumSquare"/>
                <a:ea typeface="NanumSquare"/>
                <a:cs typeface="NanumSquare"/>
              </a:defRPr>
            </a:pPr>
            <a:r>
              <a:rPr sz="1275" b="1">
                <a:solidFill>
                  <a:srgbClr val="401600"/>
                </a:solidFill>
                <a:latin typeface="NanumSquare"/>
                <a:ea typeface="NanumSquare"/>
                <a:cs typeface="NanumSquare"/>
              </a:rPr>
              <a:t>근거</a:t>
            </a:r>
          </a:p>
        </p:txBody>
      </p:sp>
      <p:sp>
        <p:nvSpPr>
          <p:cNvPr id="22" name="">
            <a:extLst xmlns:a="http://schemas.openxmlformats.org/drawingml/2006/main">
              <a:ext uri="{FF2B5EF4-FFF2-40B4-BE49-F238E27FC236}">
                <a16:creationId xmlns:a16="http://schemas.microsoft.com/office/drawing/2014/main" id="{E07C6FC5-CE50-4A18-9A2D-80035DDB62DA}"/>
              </a:ext>
            </a:extLst>
          </p:cNvPr>
          <p:cNvSpPr>
            <a:spLocks xmlns:a="http://schemas.openxmlformats.org/drawingml/2006/main" noGrp="1"/>
          </p:cNvSpPr>
          <p:nvPr/>
        </p:nvSpPr>
        <p:spPr>
          <a:xfrm xmlns:a="http://schemas.openxmlformats.org/drawingml/2006/main">
            <a:off x="1847850" y="5905500"/>
            <a:ext cx="8496300" cy="552450"/>
          </a:xfrm>
          <a:prstGeom xmlns:a="http://schemas.openxmlformats.org/drawingml/2006/main" prst="roundRect">
            <a:avLst>
              <a:gd name="adj" fmla="val 50000"/>
            </a:avLst>
          </a:prstGeom>
          <a:solidFill xmlns:a="http://schemas.openxmlformats.org/drawingml/2006/main">
            <a:srgbClr val="401600"/>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F29D628-B25A-4515-8D8C-5BDC20C6ACEE}"/>
              </a:ext>
            </a:extLst>
          </p:cNvPr>
          <p:cNvSpPr>
            <a:spLocks xmlns:a="http://schemas.openxmlformats.org/drawingml/2006/main" noGrp="1"/>
          </p:cNvSpPr>
          <p:nvPr/>
        </p:nvSpPr>
        <p:spPr>
          <a:xfrm xmlns:a="http://schemas.openxmlformats.org/drawingml/2006/main">
            <a:off x="2133600" y="5905500"/>
            <a:ext cx="79248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rmAutofit fontScale="100000"/>
          </a:bodyPr>
          <a:lstStyle xmlns:a="http://schemas.openxmlformats.org/drawingml/2006/main"/>
          <a:p xmlns:a="http://schemas.openxmlformats.org/drawingml/2006/main">
            <a:pPr algn="ctr">
              <a:lnSpc>
                <a:spcPct val="112000"/>
              </a:lnSpc>
              <a:buNone/>
              <a:defRPr sz="1650" b="1">
                <a:solidFill>
                  <a:srgbClr val="FFFFFF"/>
                </a:solidFill>
                <a:latin typeface="NanumSquare"/>
                <a:ea typeface="NanumSquare"/>
                <a:cs typeface="NanumSquare"/>
              </a:defRPr>
            </a:pPr>
            <a:r>
              <a:rPr sz="1650" b="1">
                <a:solidFill>
                  <a:srgbClr val="FFFFFF"/>
                </a:solidFill>
                <a:latin typeface="NanumSquare"/>
                <a:ea typeface="NanumSquare"/>
                <a:cs typeface="NanumSquare"/>
              </a:rPr>
              <a:t>오늘의 움직임을 발견하고, 과거의 근거로 이해하다</a:t>
            </a:r>
          </a:p>
        </p:txBody>
      </p:sp>
    </p:spTree>
    <p:extLst>
      <p:ext uri="{BB962C8B-B14F-4D97-AF65-F5344CB8AC3E}">
        <p14:creationId xmlns:p14="http://schemas.microsoft.com/office/powerpoint/2010/main" val="1908437091"/>
      </p:ext>
    </p:extLst>
  </p:cSld>
</p:sld>
</file>

<file path=ppt/theme/theme1.xml><?xml version="1.0" encoding="utf-8"?>
<a:theme xmlns:a="http://schemas.openxmlformats.org/drawingml/2006/main" name="ChatGPT">
  <a:themeElements>
    <a:clrScheme name="DAY-JA-VIEW">
      <a:dk1>
        <a:srgbClr val="000000"/>
      </a:dk1>
      <a:lt1>
        <a:srgbClr val="FFFFFF"/>
      </a:lt1>
      <a:dk2>
        <a:srgbClr val="401600"/>
      </a:dk2>
      <a:lt2>
        <a:srgbClr val="EEEEEE"/>
      </a:lt2>
      <a:accent1>
        <a:srgbClr val="FD9F28"/>
      </a:accent1>
      <a:accent2>
        <a:srgbClr val="401600"/>
      </a:accent2>
      <a:accent3>
        <a:srgbClr val="EEEEEE"/>
      </a:accent3>
      <a:accent4>
        <a:srgbClr val="000000"/>
      </a:accent4>
      <a:accent5>
        <a:srgbClr val="FD9F28"/>
      </a:accent5>
      <a:accent6>
        <a:srgbClr val="401600"/>
      </a:accent6>
      <a:hlink>
        <a:srgbClr val="FD9F28"/>
      </a:hlink>
      <a:folHlink>
        <a:srgbClr val="401600"/>
      </a:folHlink>
    </a:clrScheme>
    <a:fontScheme name="Office">
      <a:majorFont>
        <a:latin typeface="Calibri Light"/>
        <a:ea typeface="Calibri Light"/>
        <a:cs typeface="Calibri Light"/>
      </a:majorFont>
      <a:minorFont>
        <a:latin typeface="Calibri"/>
        <a:ea typeface="Calibri"/>
        <a:cs typeface="Calibri"/>
      </a:minorFont>
    </a:fontScheme>
    <a:fmtScheme name="DAY-JA-VIEW">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2026-08-18T05:29:06.6730000Z</dcterms:created>
  <dcterms:modified xsi:type="dcterms:W3CDTF">2026-08-18T05:29:06.6730000Z</dcterms:modified>
</coreProperties>
</file>